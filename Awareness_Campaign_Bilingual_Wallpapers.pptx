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425E4-20E1-5D0E-5717-315052086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8000" y="2244726"/>
            <a:ext cx="18288000" cy="47752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F57B48-4712-2DA9-C94F-615946F300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0" y="7204076"/>
            <a:ext cx="18288000" cy="3311524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B79B41-D7E0-E3CC-F7D8-495D3F789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E3F1-501B-4D6D-AB44-654800B19769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A219BF-65FB-6E74-4A61-BC729A883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6E1524-61BF-E61E-7802-34F4B1400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5817C-908B-4B29-9CCD-358CAD85D8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017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B11F9-D237-4000-2806-AFB7B8923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856D6-D84B-394E-286D-A14B6AC295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B0B8AF-ACD1-FBC0-3EA9-F5C9094C8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E3F1-501B-4D6D-AB44-654800B19769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DFCE35-F4C0-C55E-0D19-944339C0D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B363A8-748D-C604-8B74-467B3FA8B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5817C-908B-4B29-9CCD-358CAD85D8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133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E4251-16F2-23F3-7A45-384C6AC94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700" y="3419479"/>
            <a:ext cx="21031200" cy="5705474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99CF37-6FDB-9BA2-A526-BE01220316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3700" y="9178929"/>
            <a:ext cx="21031200" cy="300037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E3C910-3617-0D8E-DF52-CB6C27F65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E3F1-501B-4D6D-AB44-654800B19769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A9FF9-D6EE-6DD4-2B16-10F033FA6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B458E8-151D-B950-9058-94C500760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5817C-908B-4B29-9CCD-358CAD85D8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59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44BE5-95A7-4A00-4CFC-345125303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8DF94D-EC89-1E56-DB1D-762755861E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3632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C2052B-F05A-EC95-0E04-33365F73E5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344400" y="3651250"/>
            <a:ext cx="103632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0A4B5E-41AD-E732-3B8E-4E6CF35F3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E3F1-501B-4D6D-AB44-654800B19769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833570-1E30-CDC9-1054-359CC2AAB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1C723F-A4AD-0ABC-CE30-C8AABFF93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5817C-908B-4B29-9CCD-358CAD85D8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219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C55D0-ADEC-2D02-9594-A12541AAB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6" y="730253"/>
            <a:ext cx="21031200" cy="265112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9CC439-D6C4-56EB-04E6-6A85123C0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9577" y="3362326"/>
            <a:ext cx="10315574" cy="164782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866B63-51AE-CDF1-A808-9ECC9DE4BF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79577" y="5010150"/>
            <a:ext cx="10315574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2ED299-F30D-B50B-A831-5C8F587812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2344400" y="3362326"/>
            <a:ext cx="10366376" cy="164782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797732-480C-5F77-06A8-7E15778DB4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6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F91A1F-56D5-6DAF-5871-DE7D76587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E3F1-501B-4D6D-AB44-654800B19769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7E2BF1-2D4B-8DD2-1366-CD1993E87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28A29E-7EC6-1C2E-45F4-A573202B6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5817C-908B-4B29-9CCD-358CAD85D8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247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A2AF0-5E0F-7D5B-F64A-F89E87524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80EA7F-12A4-0230-AF22-2DE9EB13C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E3F1-501B-4D6D-AB44-654800B19769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B492F5-BC8C-39C1-08E6-DFDDA3A07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8F550D-27BC-2DD7-DD3E-4D129A53B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5817C-908B-4B29-9CCD-358CAD85D8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509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6473BC-01D2-30DE-057B-ABEE3C564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E3F1-501B-4D6D-AB44-654800B19769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FFBA8C-719C-6AE1-CF4D-096EBD2EA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9D0325-A771-B746-EEA0-A1167E204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5817C-908B-4B29-9CCD-358CAD85D8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277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6DEB9-B7DA-6B2B-4F2A-DAAFA8CDE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6CA5E-A29C-59D1-AF24-9C90C34355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6376" y="1974853"/>
            <a:ext cx="12344400" cy="97472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4C7E6C-E929-A428-AC09-709B2F40D7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D84052-62D6-A56F-2E1A-9B0FEFBB5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E3F1-501B-4D6D-AB44-654800B19769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084259-A4F5-3F3D-D040-9A27B01F2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15E6DD-8E7E-B0BE-B1E6-5DE4DAE5A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5817C-908B-4B29-9CCD-358CAD85D8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080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AD32B-1F1F-2E72-3383-E56E89DAF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891F2A-262C-BBCA-E720-FD64CAEFD3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366376" y="1974853"/>
            <a:ext cx="12344400" cy="9747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5B74B8-2F44-310F-448C-CC8919097A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9F3398-CDF7-3DFB-F580-4F34F9FB2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E3F1-501B-4D6D-AB44-654800B19769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E0D3E-818D-517B-EEF1-3401FB75F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9DC7D0-19BA-BFB9-F029-47E961F50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5817C-908B-4B29-9CCD-358CAD85D8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020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72B87-FD8D-0634-6323-0738F09DD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CFA5F8-AE39-1DC1-9DD7-9A46F6105E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572D0-7E5C-852F-1E0C-FEAD90546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E3F1-501B-4D6D-AB44-654800B19769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5B35B2-27C5-307C-CAAC-1262B5EE4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C20A4A-0185-8429-5C15-89D04AB36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5817C-908B-4B29-9CCD-358CAD85D8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808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C8CA66-7151-FFD7-C453-205EE4D10D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D7F4D3-3FF9-67D9-461F-2D13D4598E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468600" cy="116236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2B0B76-45C2-7191-5342-B0FC7843C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0E3F1-501B-4D6D-AB44-654800B19769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992AD-59E3-129A-D7FE-1EDB364DE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E7AB33-E466-C928-899B-EA59E407A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E5817C-908B-4B29-9CCD-358CAD85D8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729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299263-00F0-EA94-1AC9-869690A18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3"/>
            <a:ext cx="21031200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259719-1E16-4F59-3703-23864F29B7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24D596-AEBB-427B-07C4-0D2105C9C3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76400" y="12712703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90E3F1-501B-4D6D-AB44-654800B19769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F07483-A342-6520-B967-572084BD23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200" y="12712703"/>
            <a:ext cx="82296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9DBAE0-F2E8-2657-B6F3-B697B2B9B6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7221200" y="12712703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E5817C-908B-4B29-9CCD-358CAD85D8B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Master_01_Background">
            <a:extLst>
              <a:ext uri="{FF2B5EF4-FFF2-40B4-BE49-F238E27FC236}">
                <a16:creationId xmlns:a16="http://schemas.microsoft.com/office/drawing/2014/main" id="{090DC5F6-3FD2-5938-5D80-A64E22CED42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Master_Pattern_Diamond">
            <a:extLst>
              <a:ext uri="{FF2B5EF4-FFF2-40B4-BE49-F238E27FC236}">
                <a16:creationId xmlns:a16="http://schemas.microsoft.com/office/drawing/2014/main" id="{920DCFE7-FFCF-8C9E-42A5-80E9B3EC08CD}"/>
              </a:ext>
            </a:extLst>
          </p:cNvPr>
          <p:cNvSpPr/>
          <p:nvPr userDrawn="1"/>
        </p:nvSpPr>
        <p:spPr>
          <a:xfrm>
            <a:off x="762000" y="1016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Master_Pattern_Dot">
            <a:extLst>
              <a:ext uri="{FF2B5EF4-FFF2-40B4-BE49-F238E27FC236}">
                <a16:creationId xmlns:a16="http://schemas.microsoft.com/office/drawing/2014/main" id="{6E5DE113-D675-E6C1-881C-28804626DACC}"/>
              </a:ext>
            </a:extLst>
          </p:cNvPr>
          <p:cNvSpPr/>
          <p:nvPr userDrawn="1"/>
        </p:nvSpPr>
        <p:spPr>
          <a:xfrm>
            <a:off x="1651000" y="1778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Master_Pattern_Diamond">
            <a:extLst>
              <a:ext uri="{FF2B5EF4-FFF2-40B4-BE49-F238E27FC236}">
                <a16:creationId xmlns:a16="http://schemas.microsoft.com/office/drawing/2014/main" id="{65A2D87B-E7AC-F127-BD6C-334AE6FE2A9E}"/>
              </a:ext>
            </a:extLst>
          </p:cNvPr>
          <p:cNvSpPr/>
          <p:nvPr userDrawn="1"/>
        </p:nvSpPr>
        <p:spPr>
          <a:xfrm>
            <a:off x="762000" y="2540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Master_Pattern_Dot">
            <a:extLst>
              <a:ext uri="{FF2B5EF4-FFF2-40B4-BE49-F238E27FC236}">
                <a16:creationId xmlns:a16="http://schemas.microsoft.com/office/drawing/2014/main" id="{1291326B-2F42-E891-5B7A-DD161188AD8D}"/>
              </a:ext>
            </a:extLst>
          </p:cNvPr>
          <p:cNvSpPr/>
          <p:nvPr userDrawn="1"/>
        </p:nvSpPr>
        <p:spPr>
          <a:xfrm>
            <a:off x="1651000" y="3302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Master_Pattern_Diamond">
            <a:extLst>
              <a:ext uri="{FF2B5EF4-FFF2-40B4-BE49-F238E27FC236}">
                <a16:creationId xmlns:a16="http://schemas.microsoft.com/office/drawing/2014/main" id="{2C6C6ABC-C2C0-12C0-EBED-16ECCF2338E1}"/>
              </a:ext>
            </a:extLst>
          </p:cNvPr>
          <p:cNvSpPr/>
          <p:nvPr userDrawn="1"/>
        </p:nvSpPr>
        <p:spPr>
          <a:xfrm>
            <a:off x="762000" y="4064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Master_Pattern_Dot">
            <a:extLst>
              <a:ext uri="{FF2B5EF4-FFF2-40B4-BE49-F238E27FC236}">
                <a16:creationId xmlns:a16="http://schemas.microsoft.com/office/drawing/2014/main" id="{BEEE70C5-1BF4-BB41-9DEF-61FEE66ECB8D}"/>
              </a:ext>
            </a:extLst>
          </p:cNvPr>
          <p:cNvSpPr/>
          <p:nvPr userDrawn="1"/>
        </p:nvSpPr>
        <p:spPr>
          <a:xfrm>
            <a:off x="1651000" y="4826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Master_Pattern_Diamond">
            <a:extLst>
              <a:ext uri="{FF2B5EF4-FFF2-40B4-BE49-F238E27FC236}">
                <a16:creationId xmlns:a16="http://schemas.microsoft.com/office/drawing/2014/main" id="{15A86F60-0192-1B39-1A6A-075023D797DE}"/>
              </a:ext>
            </a:extLst>
          </p:cNvPr>
          <p:cNvSpPr/>
          <p:nvPr userDrawn="1"/>
        </p:nvSpPr>
        <p:spPr>
          <a:xfrm>
            <a:off x="762000" y="5588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Master_Pattern_Dot">
            <a:extLst>
              <a:ext uri="{FF2B5EF4-FFF2-40B4-BE49-F238E27FC236}">
                <a16:creationId xmlns:a16="http://schemas.microsoft.com/office/drawing/2014/main" id="{B1EA275D-9D3E-0679-B35F-C45219F13341}"/>
              </a:ext>
            </a:extLst>
          </p:cNvPr>
          <p:cNvSpPr/>
          <p:nvPr userDrawn="1"/>
        </p:nvSpPr>
        <p:spPr>
          <a:xfrm>
            <a:off x="1651000" y="6350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Master_Pattern_Diamond">
            <a:extLst>
              <a:ext uri="{FF2B5EF4-FFF2-40B4-BE49-F238E27FC236}">
                <a16:creationId xmlns:a16="http://schemas.microsoft.com/office/drawing/2014/main" id="{4532946D-1D79-2C35-D65E-E60F301136D2}"/>
              </a:ext>
            </a:extLst>
          </p:cNvPr>
          <p:cNvSpPr/>
          <p:nvPr userDrawn="1"/>
        </p:nvSpPr>
        <p:spPr>
          <a:xfrm>
            <a:off x="762000" y="7112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Master_Pattern_Dot">
            <a:extLst>
              <a:ext uri="{FF2B5EF4-FFF2-40B4-BE49-F238E27FC236}">
                <a16:creationId xmlns:a16="http://schemas.microsoft.com/office/drawing/2014/main" id="{F8BE148D-A54E-ECD3-7D43-4899C02C0F58}"/>
              </a:ext>
            </a:extLst>
          </p:cNvPr>
          <p:cNvSpPr/>
          <p:nvPr userDrawn="1"/>
        </p:nvSpPr>
        <p:spPr>
          <a:xfrm>
            <a:off x="1651000" y="7874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Master_Pattern_Diamond">
            <a:extLst>
              <a:ext uri="{FF2B5EF4-FFF2-40B4-BE49-F238E27FC236}">
                <a16:creationId xmlns:a16="http://schemas.microsoft.com/office/drawing/2014/main" id="{DD233FB5-0A81-6CE8-C2DA-15BDED96D285}"/>
              </a:ext>
            </a:extLst>
          </p:cNvPr>
          <p:cNvSpPr/>
          <p:nvPr userDrawn="1"/>
        </p:nvSpPr>
        <p:spPr>
          <a:xfrm>
            <a:off x="762000" y="8636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Master_Pattern_Dot">
            <a:extLst>
              <a:ext uri="{FF2B5EF4-FFF2-40B4-BE49-F238E27FC236}">
                <a16:creationId xmlns:a16="http://schemas.microsoft.com/office/drawing/2014/main" id="{CDB542C3-CF97-8F41-CC0B-4B0CADA38B43}"/>
              </a:ext>
            </a:extLst>
          </p:cNvPr>
          <p:cNvSpPr/>
          <p:nvPr userDrawn="1"/>
        </p:nvSpPr>
        <p:spPr>
          <a:xfrm>
            <a:off x="1651000" y="9398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Master_Pattern_Diamond">
            <a:extLst>
              <a:ext uri="{FF2B5EF4-FFF2-40B4-BE49-F238E27FC236}">
                <a16:creationId xmlns:a16="http://schemas.microsoft.com/office/drawing/2014/main" id="{356BED77-F52B-1450-970F-22A7ACBD247E}"/>
              </a:ext>
            </a:extLst>
          </p:cNvPr>
          <p:cNvSpPr/>
          <p:nvPr userDrawn="1"/>
        </p:nvSpPr>
        <p:spPr>
          <a:xfrm>
            <a:off x="762000" y="10160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Master_Pattern_Dot">
            <a:extLst>
              <a:ext uri="{FF2B5EF4-FFF2-40B4-BE49-F238E27FC236}">
                <a16:creationId xmlns:a16="http://schemas.microsoft.com/office/drawing/2014/main" id="{66F17739-455B-4390-2E99-CCB3E2D1472C}"/>
              </a:ext>
            </a:extLst>
          </p:cNvPr>
          <p:cNvSpPr/>
          <p:nvPr userDrawn="1"/>
        </p:nvSpPr>
        <p:spPr>
          <a:xfrm>
            <a:off x="1651000" y="10922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Master_Pattern_Diamond">
            <a:extLst>
              <a:ext uri="{FF2B5EF4-FFF2-40B4-BE49-F238E27FC236}">
                <a16:creationId xmlns:a16="http://schemas.microsoft.com/office/drawing/2014/main" id="{1C563A73-09F3-2F75-46FA-5D8089C26940}"/>
              </a:ext>
            </a:extLst>
          </p:cNvPr>
          <p:cNvSpPr/>
          <p:nvPr userDrawn="1"/>
        </p:nvSpPr>
        <p:spPr>
          <a:xfrm>
            <a:off x="762000" y="11684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Master_Pattern_Dot">
            <a:extLst>
              <a:ext uri="{FF2B5EF4-FFF2-40B4-BE49-F238E27FC236}">
                <a16:creationId xmlns:a16="http://schemas.microsoft.com/office/drawing/2014/main" id="{B1F7D5E2-70E6-EABC-F563-2981C371F148}"/>
              </a:ext>
            </a:extLst>
          </p:cNvPr>
          <p:cNvSpPr/>
          <p:nvPr userDrawn="1"/>
        </p:nvSpPr>
        <p:spPr>
          <a:xfrm>
            <a:off x="1651000" y="12446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Master_Pattern_Diamond">
            <a:extLst>
              <a:ext uri="{FF2B5EF4-FFF2-40B4-BE49-F238E27FC236}">
                <a16:creationId xmlns:a16="http://schemas.microsoft.com/office/drawing/2014/main" id="{1037B708-28BD-ED18-E9E4-F68D6C13B572}"/>
              </a:ext>
            </a:extLst>
          </p:cNvPr>
          <p:cNvSpPr/>
          <p:nvPr userDrawn="1"/>
        </p:nvSpPr>
        <p:spPr>
          <a:xfrm>
            <a:off x="2540000" y="1016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Master_Pattern_Dot">
            <a:extLst>
              <a:ext uri="{FF2B5EF4-FFF2-40B4-BE49-F238E27FC236}">
                <a16:creationId xmlns:a16="http://schemas.microsoft.com/office/drawing/2014/main" id="{23966C06-7B9D-3259-5A68-BD0554167ECB}"/>
              </a:ext>
            </a:extLst>
          </p:cNvPr>
          <p:cNvSpPr/>
          <p:nvPr userDrawn="1"/>
        </p:nvSpPr>
        <p:spPr>
          <a:xfrm>
            <a:off x="3429000" y="1778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Master_Pattern_Diamond">
            <a:extLst>
              <a:ext uri="{FF2B5EF4-FFF2-40B4-BE49-F238E27FC236}">
                <a16:creationId xmlns:a16="http://schemas.microsoft.com/office/drawing/2014/main" id="{B4F39C4A-2EA7-29C8-4471-D812AD6D5D0A}"/>
              </a:ext>
            </a:extLst>
          </p:cNvPr>
          <p:cNvSpPr/>
          <p:nvPr userDrawn="1"/>
        </p:nvSpPr>
        <p:spPr>
          <a:xfrm>
            <a:off x="2540000" y="2540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Master_Pattern_Dot">
            <a:extLst>
              <a:ext uri="{FF2B5EF4-FFF2-40B4-BE49-F238E27FC236}">
                <a16:creationId xmlns:a16="http://schemas.microsoft.com/office/drawing/2014/main" id="{688ACBBA-5924-99A5-92C5-418E9EC8CD79}"/>
              </a:ext>
            </a:extLst>
          </p:cNvPr>
          <p:cNvSpPr/>
          <p:nvPr userDrawn="1"/>
        </p:nvSpPr>
        <p:spPr>
          <a:xfrm>
            <a:off x="3429000" y="3302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Master_Pattern_Diamond">
            <a:extLst>
              <a:ext uri="{FF2B5EF4-FFF2-40B4-BE49-F238E27FC236}">
                <a16:creationId xmlns:a16="http://schemas.microsoft.com/office/drawing/2014/main" id="{133E0617-A9B6-730D-795E-C7738A8BB703}"/>
              </a:ext>
            </a:extLst>
          </p:cNvPr>
          <p:cNvSpPr/>
          <p:nvPr userDrawn="1"/>
        </p:nvSpPr>
        <p:spPr>
          <a:xfrm>
            <a:off x="2540000" y="4064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Master_Pattern_Dot">
            <a:extLst>
              <a:ext uri="{FF2B5EF4-FFF2-40B4-BE49-F238E27FC236}">
                <a16:creationId xmlns:a16="http://schemas.microsoft.com/office/drawing/2014/main" id="{3F6974E9-ED50-2FE4-E586-7FC5BE413C48}"/>
              </a:ext>
            </a:extLst>
          </p:cNvPr>
          <p:cNvSpPr/>
          <p:nvPr userDrawn="1"/>
        </p:nvSpPr>
        <p:spPr>
          <a:xfrm>
            <a:off x="3429000" y="4826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Master_Pattern_Diamond">
            <a:extLst>
              <a:ext uri="{FF2B5EF4-FFF2-40B4-BE49-F238E27FC236}">
                <a16:creationId xmlns:a16="http://schemas.microsoft.com/office/drawing/2014/main" id="{0A80C13B-BB19-2E83-73A4-FE7F215A79E3}"/>
              </a:ext>
            </a:extLst>
          </p:cNvPr>
          <p:cNvSpPr/>
          <p:nvPr userDrawn="1"/>
        </p:nvSpPr>
        <p:spPr>
          <a:xfrm>
            <a:off x="2540000" y="5588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Master_Pattern_Dot">
            <a:extLst>
              <a:ext uri="{FF2B5EF4-FFF2-40B4-BE49-F238E27FC236}">
                <a16:creationId xmlns:a16="http://schemas.microsoft.com/office/drawing/2014/main" id="{A2AA7F96-8C24-AB4E-515D-44DFF439CCA7}"/>
              </a:ext>
            </a:extLst>
          </p:cNvPr>
          <p:cNvSpPr/>
          <p:nvPr userDrawn="1"/>
        </p:nvSpPr>
        <p:spPr>
          <a:xfrm>
            <a:off x="3429000" y="6350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Master_Pattern_Diamond">
            <a:extLst>
              <a:ext uri="{FF2B5EF4-FFF2-40B4-BE49-F238E27FC236}">
                <a16:creationId xmlns:a16="http://schemas.microsoft.com/office/drawing/2014/main" id="{75F6E4E3-BA86-0DFD-38AC-FC447A0BF1E8}"/>
              </a:ext>
            </a:extLst>
          </p:cNvPr>
          <p:cNvSpPr/>
          <p:nvPr userDrawn="1"/>
        </p:nvSpPr>
        <p:spPr>
          <a:xfrm>
            <a:off x="2540000" y="7112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Master_Pattern_Dot">
            <a:extLst>
              <a:ext uri="{FF2B5EF4-FFF2-40B4-BE49-F238E27FC236}">
                <a16:creationId xmlns:a16="http://schemas.microsoft.com/office/drawing/2014/main" id="{1BF4B352-3307-AC90-55F3-A2ED1B709CC2}"/>
              </a:ext>
            </a:extLst>
          </p:cNvPr>
          <p:cNvSpPr/>
          <p:nvPr userDrawn="1"/>
        </p:nvSpPr>
        <p:spPr>
          <a:xfrm>
            <a:off x="3429000" y="7874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Master_Pattern_Diamond">
            <a:extLst>
              <a:ext uri="{FF2B5EF4-FFF2-40B4-BE49-F238E27FC236}">
                <a16:creationId xmlns:a16="http://schemas.microsoft.com/office/drawing/2014/main" id="{B9236BE6-75FC-75D3-FDD9-D22E56DB41E1}"/>
              </a:ext>
            </a:extLst>
          </p:cNvPr>
          <p:cNvSpPr/>
          <p:nvPr userDrawn="1"/>
        </p:nvSpPr>
        <p:spPr>
          <a:xfrm>
            <a:off x="2540000" y="8636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Master_Pattern_Dot">
            <a:extLst>
              <a:ext uri="{FF2B5EF4-FFF2-40B4-BE49-F238E27FC236}">
                <a16:creationId xmlns:a16="http://schemas.microsoft.com/office/drawing/2014/main" id="{F5E2303A-83F5-1F7F-C748-7476E535AE5D}"/>
              </a:ext>
            </a:extLst>
          </p:cNvPr>
          <p:cNvSpPr/>
          <p:nvPr userDrawn="1"/>
        </p:nvSpPr>
        <p:spPr>
          <a:xfrm>
            <a:off x="3429000" y="9398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Master_Pattern_Diamond">
            <a:extLst>
              <a:ext uri="{FF2B5EF4-FFF2-40B4-BE49-F238E27FC236}">
                <a16:creationId xmlns:a16="http://schemas.microsoft.com/office/drawing/2014/main" id="{934D7751-0FF3-2D86-C73A-63B8955E9251}"/>
              </a:ext>
            </a:extLst>
          </p:cNvPr>
          <p:cNvSpPr/>
          <p:nvPr userDrawn="1"/>
        </p:nvSpPr>
        <p:spPr>
          <a:xfrm>
            <a:off x="2540000" y="10160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Master_Pattern_Dot">
            <a:extLst>
              <a:ext uri="{FF2B5EF4-FFF2-40B4-BE49-F238E27FC236}">
                <a16:creationId xmlns:a16="http://schemas.microsoft.com/office/drawing/2014/main" id="{C7200B3F-EB25-6B1E-99AE-AC9C275A60E3}"/>
              </a:ext>
            </a:extLst>
          </p:cNvPr>
          <p:cNvSpPr/>
          <p:nvPr userDrawn="1"/>
        </p:nvSpPr>
        <p:spPr>
          <a:xfrm>
            <a:off x="3429000" y="10922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Master_Pattern_Diamond">
            <a:extLst>
              <a:ext uri="{FF2B5EF4-FFF2-40B4-BE49-F238E27FC236}">
                <a16:creationId xmlns:a16="http://schemas.microsoft.com/office/drawing/2014/main" id="{7887F129-F92D-2C51-3B5D-23B80E5B4A62}"/>
              </a:ext>
            </a:extLst>
          </p:cNvPr>
          <p:cNvSpPr/>
          <p:nvPr userDrawn="1"/>
        </p:nvSpPr>
        <p:spPr>
          <a:xfrm>
            <a:off x="2540000" y="11684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Master_Pattern_Dot">
            <a:extLst>
              <a:ext uri="{FF2B5EF4-FFF2-40B4-BE49-F238E27FC236}">
                <a16:creationId xmlns:a16="http://schemas.microsoft.com/office/drawing/2014/main" id="{9E45D9F3-5D2E-4440-1E9B-BB199409C8DF}"/>
              </a:ext>
            </a:extLst>
          </p:cNvPr>
          <p:cNvSpPr/>
          <p:nvPr userDrawn="1"/>
        </p:nvSpPr>
        <p:spPr>
          <a:xfrm>
            <a:off x="3429000" y="12446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Master_Pattern_Diamond">
            <a:extLst>
              <a:ext uri="{FF2B5EF4-FFF2-40B4-BE49-F238E27FC236}">
                <a16:creationId xmlns:a16="http://schemas.microsoft.com/office/drawing/2014/main" id="{A5CFE7B4-95E7-B772-E435-349536E7E752}"/>
              </a:ext>
            </a:extLst>
          </p:cNvPr>
          <p:cNvSpPr/>
          <p:nvPr userDrawn="1"/>
        </p:nvSpPr>
        <p:spPr>
          <a:xfrm>
            <a:off x="4318000" y="1016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Master_Pattern_Dot">
            <a:extLst>
              <a:ext uri="{FF2B5EF4-FFF2-40B4-BE49-F238E27FC236}">
                <a16:creationId xmlns:a16="http://schemas.microsoft.com/office/drawing/2014/main" id="{E02538FE-59B9-34B1-F08F-0779CD2E014E}"/>
              </a:ext>
            </a:extLst>
          </p:cNvPr>
          <p:cNvSpPr/>
          <p:nvPr userDrawn="1"/>
        </p:nvSpPr>
        <p:spPr>
          <a:xfrm>
            <a:off x="5207000" y="1778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Master_Pattern_Diamond">
            <a:extLst>
              <a:ext uri="{FF2B5EF4-FFF2-40B4-BE49-F238E27FC236}">
                <a16:creationId xmlns:a16="http://schemas.microsoft.com/office/drawing/2014/main" id="{56DD67D7-AF37-50A9-D4BA-41192B36BE5F}"/>
              </a:ext>
            </a:extLst>
          </p:cNvPr>
          <p:cNvSpPr/>
          <p:nvPr userDrawn="1"/>
        </p:nvSpPr>
        <p:spPr>
          <a:xfrm>
            <a:off x="4318000" y="2540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Master_Pattern_Dot">
            <a:extLst>
              <a:ext uri="{FF2B5EF4-FFF2-40B4-BE49-F238E27FC236}">
                <a16:creationId xmlns:a16="http://schemas.microsoft.com/office/drawing/2014/main" id="{5AAC16A1-D9ED-DB33-E987-086430FF7B39}"/>
              </a:ext>
            </a:extLst>
          </p:cNvPr>
          <p:cNvSpPr/>
          <p:nvPr userDrawn="1"/>
        </p:nvSpPr>
        <p:spPr>
          <a:xfrm>
            <a:off x="5207000" y="3302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Master_Pattern_Diamond">
            <a:extLst>
              <a:ext uri="{FF2B5EF4-FFF2-40B4-BE49-F238E27FC236}">
                <a16:creationId xmlns:a16="http://schemas.microsoft.com/office/drawing/2014/main" id="{E2FB22C8-6D21-FAD5-FA60-F5CE141E3197}"/>
              </a:ext>
            </a:extLst>
          </p:cNvPr>
          <p:cNvSpPr/>
          <p:nvPr userDrawn="1"/>
        </p:nvSpPr>
        <p:spPr>
          <a:xfrm>
            <a:off x="4318000" y="4064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Master_Pattern_Dot">
            <a:extLst>
              <a:ext uri="{FF2B5EF4-FFF2-40B4-BE49-F238E27FC236}">
                <a16:creationId xmlns:a16="http://schemas.microsoft.com/office/drawing/2014/main" id="{4C60A05B-8A25-B2CA-A2E7-ED4753882231}"/>
              </a:ext>
            </a:extLst>
          </p:cNvPr>
          <p:cNvSpPr/>
          <p:nvPr userDrawn="1"/>
        </p:nvSpPr>
        <p:spPr>
          <a:xfrm>
            <a:off x="5207000" y="4826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Master_Pattern_Diamond">
            <a:extLst>
              <a:ext uri="{FF2B5EF4-FFF2-40B4-BE49-F238E27FC236}">
                <a16:creationId xmlns:a16="http://schemas.microsoft.com/office/drawing/2014/main" id="{886E7002-776D-6BC8-705E-ECC72F75D452}"/>
              </a:ext>
            </a:extLst>
          </p:cNvPr>
          <p:cNvSpPr/>
          <p:nvPr userDrawn="1"/>
        </p:nvSpPr>
        <p:spPr>
          <a:xfrm>
            <a:off x="4318000" y="5588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Master_Pattern_Dot">
            <a:extLst>
              <a:ext uri="{FF2B5EF4-FFF2-40B4-BE49-F238E27FC236}">
                <a16:creationId xmlns:a16="http://schemas.microsoft.com/office/drawing/2014/main" id="{8C50BFEC-32A2-CD65-DA92-5DCEEF841497}"/>
              </a:ext>
            </a:extLst>
          </p:cNvPr>
          <p:cNvSpPr/>
          <p:nvPr userDrawn="1"/>
        </p:nvSpPr>
        <p:spPr>
          <a:xfrm>
            <a:off x="5207000" y="6350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Master_Pattern_Diamond">
            <a:extLst>
              <a:ext uri="{FF2B5EF4-FFF2-40B4-BE49-F238E27FC236}">
                <a16:creationId xmlns:a16="http://schemas.microsoft.com/office/drawing/2014/main" id="{5A8F98B5-61E4-9308-F3F9-CAC1789E5CA8}"/>
              </a:ext>
            </a:extLst>
          </p:cNvPr>
          <p:cNvSpPr/>
          <p:nvPr userDrawn="1"/>
        </p:nvSpPr>
        <p:spPr>
          <a:xfrm>
            <a:off x="4318000" y="7112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Master_Pattern_Dot">
            <a:extLst>
              <a:ext uri="{FF2B5EF4-FFF2-40B4-BE49-F238E27FC236}">
                <a16:creationId xmlns:a16="http://schemas.microsoft.com/office/drawing/2014/main" id="{73411AF5-4549-F91C-7389-ED9B3BEFEC89}"/>
              </a:ext>
            </a:extLst>
          </p:cNvPr>
          <p:cNvSpPr/>
          <p:nvPr userDrawn="1"/>
        </p:nvSpPr>
        <p:spPr>
          <a:xfrm>
            <a:off x="5207000" y="7874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Master_Pattern_Diamond">
            <a:extLst>
              <a:ext uri="{FF2B5EF4-FFF2-40B4-BE49-F238E27FC236}">
                <a16:creationId xmlns:a16="http://schemas.microsoft.com/office/drawing/2014/main" id="{3B26FF17-D1E5-47E7-8C6B-27FC8CF8AB3F}"/>
              </a:ext>
            </a:extLst>
          </p:cNvPr>
          <p:cNvSpPr/>
          <p:nvPr userDrawn="1"/>
        </p:nvSpPr>
        <p:spPr>
          <a:xfrm>
            <a:off x="4318000" y="8636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Master_Pattern_Dot">
            <a:extLst>
              <a:ext uri="{FF2B5EF4-FFF2-40B4-BE49-F238E27FC236}">
                <a16:creationId xmlns:a16="http://schemas.microsoft.com/office/drawing/2014/main" id="{AF0F023D-B5FF-9E37-CF13-F32BF498CFF1}"/>
              </a:ext>
            </a:extLst>
          </p:cNvPr>
          <p:cNvSpPr/>
          <p:nvPr userDrawn="1"/>
        </p:nvSpPr>
        <p:spPr>
          <a:xfrm>
            <a:off x="5207000" y="9398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Master_Pattern_Diamond">
            <a:extLst>
              <a:ext uri="{FF2B5EF4-FFF2-40B4-BE49-F238E27FC236}">
                <a16:creationId xmlns:a16="http://schemas.microsoft.com/office/drawing/2014/main" id="{2868E2BC-D2FC-36F8-616E-18F3A15C518E}"/>
              </a:ext>
            </a:extLst>
          </p:cNvPr>
          <p:cNvSpPr/>
          <p:nvPr userDrawn="1"/>
        </p:nvSpPr>
        <p:spPr>
          <a:xfrm>
            <a:off x="4318000" y="10160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Master_Pattern_Dot">
            <a:extLst>
              <a:ext uri="{FF2B5EF4-FFF2-40B4-BE49-F238E27FC236}">
                <a16:creationId xmlns:a16="http://schemas.microsoft.com/office/drawing/2014/main" id="{A97E60F9-783C-A5AD-1713-C17F522CDFDF}"/>
              </a:ext>
            </a:extLst>
          </p:cNvPr>
          <p:cNvSpPr/>
          <p:nvPr userDrawn="1"/>
        </p:nvSpPr>
        <p:spPr>
          <a:xfrm>
            <a:off x="5207000" y="10922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Master_Pattern_Diamond">
            <a:extLst>
              <a:ext uri="{FF2B5EF4-FFF2-40B4-BE49-F238E27FC236}">
                <a16:creationId xmlns:a16="http://schemas.microsoft.com/office/drawing/2014/main" id="{37C66A0C-6865-91BB-7681-384F2AFE1798}"/>
              </a:ext>
            </a:extLst>
          </p:cNvPr>
          <p:cNvSpPr/>
          <p:nvPr userDrawn="1"/>
        </p:nvSpPr>
        <p:spPr>
          <a:xfrm>
            <a:off x="4318000" y="11684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Master_Pattern_Dot">
            <a:extLst>
              <a:ext uri="{FF2B5EF4-FFF2-40B4-BE49-F238E27FC236}">
                <a16:creationId xmlns:a16="http://schemas.microsoft.com/office/drawing/2014/main" id="{97B2D5DD-1379-BF33-E6EB-6C26677EF90F}"/>
              </a:ext>
            </a:extLst>
          </p:cNvPr>
          <p:cNvSpPr/>
          <p:nvPr userDrawn="1"/>
        </p:nvSpPr>
        <p:spPr>
          <a:xfrm>
            <a:off x="5207000" y="12446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Master_Pattern_Diamond">
            <a:extLst>
              <a:ext uri="{FF2B5EF4-FFF2-40B4-BE49-F238E27FC236}">
                <a16:creationId xmlns:a16="http://schemas.microsoft.com/office/drawing/2014/main" id="{D532F090-5190-E94C-A18C-96262B66EB58}"/>
              </a:ext>
            </a:extLst>
          </p:cNvPr>
          <p:cNvSpPr/>
          <p:nvPr userDrawn="1"/>
        </p:nvSpPr>
        <p:spPr>
          <a:xfrm>
            <a:off x="6096000" y="1016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Master_Pattern_Dot">
            <a:extLst>
              <a:ext uri="{FF2B5EF4-FFF2-40B4-BE49-F238E27FC236}">
                <a16:creationId xmlns:a16="http://schemas.microsoft.com/office/drawing/2014/main" id="{E4446E0A-4AE5-C4D2-FD1E-EF50F29AC773}"/>
              </a:ext>
            </a:extLst>
          </p:cNvPr>
          <p:cNvSpPr/>
          <p:nvPr userDrawn="1"/>
        </p:nvSpPr>
        <p:spPr>
          <a:xfrm>
            <a:off x="6985000" y="1778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Master_Pattern_Diamond">
            <a:extLst>
              <a:ext uri="{FF2B5EF4-FFF2-40B4-BE49-F238E27FC236}">
                <a16:creationId xmlns:a16="http://schemas.microsoft.com/office/drawing/2014/main" id="{37735495-CB29-8507-43A0-CC302621E37C}"/>
              </a:ext>
            </a:extLst>
          </p:cNvPr>
          <p:cNvSpPr/>
          <p:nvPr userDrawn="1"/>
        </p:nvSpPr>
        <p:spPr>
          <a:xfrm>
            <a:off x="6096000" y="2540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Master_Pattern_Dot">
            <a:extLst>
              <a:ext uri="{FF2B5EF4-FFF2-40B4-BE49-F238E27FC236}">
                <a16:creationId xmlns:a16="http://schemas.microsoft.com/office/drawing/2014/main" id="{1835B497-6706-0B1C-C966-B1F41AE7B954}"/>
              </a:ext>
            </a:extLst>
          </p:cNvPr>
          <p:cNvSpPr/>
          <p:nvPr userDrawn="1"/>
        </p:nvSpPr>
        <p:spPr>
          <a:xfrm>
            <a:off x="6985000" y="3302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Master_Pattern_Diamond">
            <a:extLst>
              <a:ext uri="{FF2B5EF4-FFF2-40B4-BE49-F238E27FC236}">
                <a16:creationId xmlns:a16="http://schemas.microsoft.com/office/drawing/2014/main" id="{BE4466CF-98AF-2897-A75A-348F7194FDB9}"/>
              </a:ext>
            </a:extLst>
          </p:cNvPr>
          <p:cNvSpPr/>
          <p:nvPr userDrawn="1"/>
        </p:nvSpPr>
        <p:spPr>
          <a:xfrm>
            <a:off x="6096000" y="4064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Master_Pattern_Dot">
            <a:extLst>
              <a:ext uri="{FF2B5EF4-FFF2-40B4-BE49-F238E27FC236}">
                <a16:creationId xmlns:a16="http://schemas.microsoft.com/office/drawing/2014/main" id="{FA95D918-A455-60D6-2B01-2A602705B552}"/>
              </a:ext>
            </a:extLst>
          </p:cNvPr>
          <p:cNvSpPr/>
          <p:nvPr userDrawn="1"/>
        </p:nvSpPr>
        <p:spPr>
          <a:xfrm>
            <a:off x="6985000" y="4826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Master_Pattern_Diamond">
            <a:extLst>
              <a:ext uri="{FF2B5EF4-FFF2-40B4-BE49-F238E27FC236}">
                <a16:creationId xmlns:a16="http://schemas.microsoft.com/office/drawing/2014/main" id="{6C7B8BBA-D02A-0BEB-DB0E-A98D8694B635}"/>
              </a:ext>
            </a:extLst>
          </p:cNvPr>
          <p:cNvSpPr/>
          <p:nvPr userDrawn="1"/>
        </p:nvSpPr>
        <p:spPr>
          <a:xfrm>
            <a:off x="6096000" y="5588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Master_Pattern_Dot">
            <a:extLst>
              <a:ext uri="{FF2B5EF4-FFF2-40B4-BE49-F238E27FC236}">
                <a16:creationId xmlns:a16="http://schemas.microsoft.com/office/drawing/2014/main" id="{80004F23-E3C2-7FB1-902A-4072FFBD4BF4}"/>
              </a:ext>
            </a:extLst>
          </p:cNvPr>
          <p:cNvSpPr/>
          <p:nvPr userDrawn="1"/>
        </p:nvSpPr>
        <p:spPr>
          <a:xfrm>
            <a:off x="6985000" y="6350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Master_Pattern_Diamond">
            <a:extLst>
              <a:ext uri="{FF2B5EF4-FFF2-40B4-BE49-F238E27FC236}">
                <a16:creationId xmlns:a16="http://schemas.microsoft.com/office/drawing/2014/main" id="{FD99F285-7E7B-91DC-F703-5BC9C0B10B83}"/>
              </a:ext>
            </a:extLst>
          </p:cNvPr>
          <p:cNvSpPr/>
          <p:nvPr userDrawn="1"/>
        </p:nvSpPr>
        <p:spPr>
          <a:xfrm>
            <a:off x="6096000" y="7112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Master_Pattern_Dot">
            <a:extLst>
              <a:ext uri="{FF2B5EF4-FFF2-40B4-BE49-F238E27FC236}">
                <a16:creationId xmlns:a16="http://schemas.microsoft.com/office/drawing/2014/main" id="{A4A12A73-92F5-4A16-78F6-F965222B7DAF}"/>
              </a:ext>
            </a:extLst>
          </p:cNvPr>
          <p:cNvSpPr/>
          <p:nvPr userDrawn="1"/>
        </p:nvSpPr>
        <p:spPr>
          <a:xfrm>
            <a:off x="6985000" y="7874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Master_Pattern_Diamond">
            <a:extLst>
              <a:ext uri="{FF2B5EF4-FFF2-40B4-BE49-F238E27FC236}">
                <a16:creationId xmlns:a16="http://schemas.microsoft.com/office/drawing/2014/main" id="{0112AF05-2014-BF8C-7BB5-95191D45884C}"/>
              </a:ext>
            </a:extLst>
          </p:cNvPr>
          <p:cNvSpPr/>
          <p:nvPr userDrawn="1"/>
        </p:nvSpPr>
        <p:spPr>
          <a:xfrm>
            <a:off x="6096000" y="8636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Master_Pattern_Dot">
            <a:extLst>
              <a:ext uri="{FF2B5EF4-FFF2-40B4-BE49-F238E27FC236}">
                <a16:creationId xmlns:a16="http://schemas.microsoft.com/office/drawing/2014/main" id="{566EC3F4-F054-BC22-58AA-74A65F30641B}"/>
              </a:ext>
            </a:extLst>
          </p:cNvPr>
          <p:cNvSpPr/>
          <p:nvPr userDrawn="1"/>
        </p:nvSpPr>
        <p:spPr>
          <a:xfrm>
            <a:off x="6985000" y="9398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Master_Pattern_Diamond">
            <a:extLst>
              <a:ext uri="{FF2B5EF4-FFF2-40B4-BE49-F238E27FC236}">
                <a16:creationId xmlns:a16="http://schemas.microsoft.com/office/drawing/2014/main" id="{8C7736EF-C509-E6D5-3511-7F18D99471BD}"/>
              </a:ext>
            </a:extLst>
          </p:cNvPr>
          <p:cNvSpPr/>
          <p:nvPr userDrawn="1"/>
        </p:nvSpPr>
        <p:spPr>
          <a:xfrm>
            <a:off x="6096000" y="10160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Master_Pattern_Dot">
            <a:extLst>
              <a:ext uri="{FF2B5EF4-FFF2-40B4-BE49-F238E27FC236}">
                <a16:creationId xmlns:a16="http://schemas.microsoft.com/office/drawing/2014/main" id="{6CC79674-B1E9-9388-EDE3-5E2C8AF925E3}"/>
              </a:ext>
            </a:extLst>
          </p:cNvPr>
          <p:cNvSpPr/>
          <p:nvPr userDrawn="1"/>
        </p:nvSpPr>
        <p:spPr>
          <a:xfrm>
            <a:off x="6985000" y="10922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Master_Pattern_Diamond">
            <a:extLst>
              <a:ext uri="{FF2B5EF4-FFF2-40B4-BE49-F238E27FC236}">
                <a16:creationId xmlns:a16="http://schemas.microsoft.com/office/drawing/2014/main" id="{5353AC90-0D60-D9C7-B7C3-7B733212BBF0}"/>
              </a:ext>
            </a:extLst>
          </p:cNvPr>
          <p:cNvSpPr/>
          <p:nvPr userDrawn="1"/>
        </p:nvSpPr>
        <p:spPr>
          <a:xfrm>
            <a:off x="6096000" y="11684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Master_Pattern_Dot">
            <a:extLst>
              <a:ext uri="{FF2B5EF4-FFF2-40B4-BE49-F238E27FC236}">
                <a16:creationId xmlns:a16="http://schemas.microsoft.com/office/drawing/2014/main" id="{F853E395-1C44-8FCD-AE25-33507EFACB8E}"/>
              </a:ext>
            </a:extLst>
          </p:cNvPr>
          <p:cNvSpPr/>
          <p:nvPr userDrawn="1"/>
        </p:nvSpPr>
        <p:spPr>
          <a:xfrm>
            <a:off x="6985000" y="12446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Master_Pattern_Diamond">
            <a:extLst>
              <a:ext uri="{FF2B5EF4-FFF2-40B4-BE49-F238E27FC236}">
                <a16:creationId xmlns:a16="http://schemas.microsoft.com/office/drawing/2014/main" id="{E45A837E-65C3-F613-6D95-AC4B8F1A8245}"/>
              </a:ext>
            </a:extLst>
          </p:cNvPr>
          <p:cNvSpPr/>
          <p:nvPr userDrawn="1"/>
        </p:nvSpPr>
        <p:spPr>
          <a:xfrm>
            <a:off x="7874000" y="1016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Master_Pattern_Dot">
            <a:extLst>
              <a:ext uri="{FF2B5EF4-FFF2-40B4-BE49-F238E27FC236}">
                <a16:creationId xmlns:a16="http://schemas.microsoft.com/office/drawing/2014/main" id="{B6495E86-5979-7E0B-F58E-F974E3DBEEBB}"/>
              </a:ext>
            </a:extLst>
          </p:cNvPr>
          <p:cNvSpPr/>
          <p:nvPr userDrawn="1"/>
        </p:nvSpPr>
        <p:spPr>
          <a:xfrm>
            <a:off x="8763000" y="1778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Master_Pattern_Diamond">
            <a:extLst>
              <a:ext uri="{FF2B5EF4-FFF2-40B4-BE49-F238E27FC236}">
                <a16:creationId xmlns:a16="http://schemas.microsoft.com/office/drawing/2014/main" id="{B34A5F7C-ED07-CE12-4DD1-6B0EA33B260B}"/>
              </a:ext>
            </a:extLst>
          </p:cNvPr>
          <p:cNvSpPr/>
          <p:nvPr userDrawn="1"/>
        </p:nvSpPr>
        <p:spPr>
          <a:xfrm>
            <a:off x="7874000" y="2540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Master_Pattern_Dot">
            <a:extLst>
              <a:ext uri="{FF2B5EF4-FFF2-40B4-BE49-F238E27FC236}">
                <a16:creationId xmlns:a16="http://schemas.microsoft.com/office/drawing/2014/main" id="{65D327B0-8F16-330F-72A3-8A4B5B2F4A4C}"/>
              </a:ext>
            </a:extLst>
          </p:cNvPr>
          <p:cNvSpPr/>
          <p:nvPr userDrawn="1"/>
        </p:nvSpPr>
        <p:spPr>
          <a:xfrm>
            <a:off x="8763000" y="3302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Master_Pattern_Diamond">
            <a:extLst>
              <a:ext uri="{FF2B5EF4-FFF2-40B4-BE49-F238E27FC236}">
                <a16:creationId xmlns:a16="http://schemas.microsoft.com/office/drawing/2014/main" id="{87B14F56-E3FB-40E1-9335-F0B736254B61}"/>
              </a:ext>
            </a:extLst>
          </p:cNvPr>
          <p:cNvSpPr/>
          <p:nvPr userDrawn="1"/>
        </p:nvSpPr>
        <p:spPr>
          <a:xfrm>
            <a:off x="7874000" y="4064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Master_Pattern_Dot">
            <a:extLst>
              <a:ext uri="{FF2B5EF4-FFF2-40B4-BE49-F238E27FC236}">
                <a16:creationId xmlns:a16="http://schemas.microsoft.com/office/drawing/2014/main" id="{6EB9FB78-CAE2-8285-E0FF-0D1FEF30971D}"/>
              </a:ext>
            </a:extLst>
          </p:cNvPr>
          <p:cNvSpPr/>
          <p:nvPr userDrawn="1"/>
        </p:nvSpPr>
        <p:spPr>
          <a:xfrm>
            <a:off x="8763000" y="4826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Master_Pattern_Diamond">
            <a:extLst>
              <a:ext uri="{FF2B5EF4-FFF2-40B4-BE49-F238E27FC236}">
                <a16:creationId xmlns:a16="http://schemas.microsoft.com/office/drawing/2014/main" id="{6EAF2457-73B5-0687-FC87-384BFC50E8FB}"/>
              </a:ext>
            </a:extLst>
          </p:cNvPr>
          <p:cNvSpPr/>
          <p:nvPr userDrawn="1"/>
        </p:nvSpPr>
        <p:spPr>
          <a:xfrm>
            <a:off x="7874000" y="5588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Master_Pattern_Dot">
            <a:extLst>
              <a:ext uri="{FF2B5EF4-FFF2-40B4-BE49-F238E27FC236}">
                <a16:creationId xmlns:a16="http://schemas.microsoft.com/office/drawing/2014/main" id="{7239B982-248A-6D54-3C62-1CE267B6F050}"/>
              </a:ext>
            </a:extLst>
          </p:cNvPr>
          <p:cNvSpPr/>
          <p:nvPr userDrawn="1"/>
        </p:nvSpPr>
        <p:spPr>
          <a:xfrm>
            <a:off x="8763000" y="6350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Master_Pattern_Diamond">
            <a:extLst>
              <a:ext uri="{FF2B5EF4-FFF2-40B4-BE49-F238E27FC236}">
                <a16:creationId xmlns:a16="http://schemas.microsoft.com/office/drawing/2014/main" id="{2072B6BF-71AD-2241-575F-9C751824FEDD}"/>
              </a:ext>
            </a:extLst>
          </p:cNvPr>
          <p:cNvSpPr/>
          <p:nvPr userDrawn="1"/>
        </p:nvSpPr>
        <p:spPr>
          <a:xfrm>
            <a:off x="7874000" y="7112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Master_Pattern_Dot">
            <a:extLst>
              <a:ext uri="{FF2B5EF4-FFF2-40B4-BE49-F238E27FC236}">
                <a16:creationId xmlns:a16="http://schemas.microsoft.com/office/drawing/2014/main" id="{2B27DA5B-9B35-6D5E-C82D-3C5C0EA1C09B}"/>
              </a:ext>
            </a:extLst>
          </p:cNvPr>
          <p:cNvSpPr/>
          <p:nvPr userDrawn="1"/>
        </p:nvSpPr>
        <p:spPr>
          <a:xfrm>
            <a:off x="8763000" y="7874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Master_Pattern_Diamond">
            <a:extLst>
              <a:ext uri="{FF2B5EF4-FFF2-40B4-BE49-F238E27FC236}">
                <a16:creationId xmlns:a16="http://schemas.microsoft.com/office/drawing/2014/main" id="{A152769F-D744-FE52-8ECF-C1A897DD80F7}"/>
              </a:ext>
            </a:extLst>
          </p:cNvPr>
          <p:cNvSpPr/>
          <p:nvPr userDrawn="1"/>
        </p:nvSpPr>
        <p:spPr>
          <a:xfrm>
            <a:off x="7874000" y="8636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Master_Pattern_Dot">
            <a:extLst>
              <a:ext uri="{FF2B5EF4-FFF2-40B4-BE49-F238E27FC236}">
                <a16:creationId xmlns:a16="http://schemas.microsoft.com/office/drawing/2014/main" id="{E5CC25F9-31A6-008C-E3AF-8CD1A708876C}"/>
              </a:ext>
            </a:extLst>
          </p:cNvPr>
          <p:cNvSpPr/>
          <p:nvPr userDrawn="1"/>
        </p:nvSpPr>
        <p:spPr>
          <a:xfrm>
            <a:off x="8763000" y="9398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Master_Pattern_Diamond">
            <a:extLst>
              <a:ext uri="{FF2B5EF4-FFF2-40B4-BE49-F238E27FC236}">
                <a16:creationId xmlns:a16="http://schemas.microsoft.com/office/drawing/2014/main" id="{A4F7C2F8-E8FC-0051-C246-7135C384C945}"/>
              </a:ext>
            </a:extLst>
          </p:cNvPr>
          <p:cNvSpPr/>
          <p:nvPr userDrawn="1"/>
        </p:nvSpPr>
        <p:spPr>
          <a:xfrm>
            <a:off x="7874000" y="10160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Master_Pattern_Dot">
            <a:extLst>
              <a:ext uri="{FF2B5EF4-FFF2-40B4-BE49-F238E27FC236}">
                <a16:creationId xmlns:a16="http://schemas.microsoft.com/office/drawing/2014/main" id="{286C84DF-423E-91DA-95D7-A79FF1FB8F58}"/>
              </a:ext>
            </a:extLst>
          </p:cNvPr>
          <p:cNvSpPr/>
          <p:nvPr userDrawn="1"/>
        </p:nvSpPr>
        <p:spPr>
          <a:xfrm>
            <a:off x="8763000" y="10922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Master_Pattern_Diamond">
            <a:extLst>
              <a:ext uri="{FF2B5EF4-FFF2-40B4-BE49-F238E27FC236}">
                <a16:creationId xmlns:a16="http://schemas.microsoft.com/office/drawing/2014/main" id="{50FA75EF-434F-7B42-A8BD-F6F9C05CA1FB}"/>
              </a:ext>
            </a:extLst>
          </p:cNvPr>
          <p:cNvSpPr/>
          <p:nvPr userDrawn="1"/>
        </p:nvSpPr>
        <p:spPr>
          <a:xfrm>
            <a:off x="7874000" y="11684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Master_Pattern_Dot">
            <a:extLst>
              <a:ext uri="{FF2B5EF4-FFF2-40B4-BE49-F238E27FC236}">
                <a16:creationId xmlns:a16="http://schemas.microsoft.com/office/drawing/2014/main" id="{3B78C846-EE54-7C2D-09DF-357EF465C34D}"/>
              </a:ext>
            </a:extLst>
          </p:cNvPr>
          <p:cNvSpPr/>
          <p:nvPr userDrawn="1"/>
        </p:nvSpPr>
        <p:spPr>
          <a:xfrm>
            <a:off x="8763000" y="12446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Master_Pattern_Diamond">
            <a:extLst>
              <a:ext uri="{FF2B5EF4-FFF2-40B4-BE49-F238E27FC236}">
                <a16:creationId xmlns:a16="http://schemas.microsoft.com/office/drawing/2014/main" id="{78148E49-CCB5-C47E-93F6-B5A1E6CFDABF}"/>
              </a:ext>
            </a:extLst>
          </p:cNvPr>
          <p:cNvSpPr/>
          <p:nvPr userDrawn="1"/>
        </p:nvSpPr>
        <p:spPr>
          <a:xfrm>
            <a:off x="9652000" y="1016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Master_Pattern_Dot">
            <a:extLst>
              <a:ext uri="{FF2B5EF4-FFF2-40B4-BE49-F238E27FC236}">
                <a16:creationId xmlns:a16="http://schemas.microsoft.com/office/drawing/2014/main" id="{8B36E15F-ED18-7038-FCCA-80FACAA5FF9D}"/>
              </a:ext>
            </a:extLst>
          </p:cNvPr>
          <p:cNvSpPr/>
          <p:nvPr userDrawn="1"/>
        </p:nvSpPr>
        <p:spPr>
          <a:xfrm>
            <a:off x="10541000" y="1778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Master_Pattern_Diamond">
            <a:extLst>
              <a:ext uri="{FF2B5EF4-FFF2-40B4-BE49-F238E27FC236}">
                <a16:creationId xmlns:a16="http://schemas.microsoft.com/office/drawing/2014/main" id="{5CB692C5-D8F9-A960-4640-B6AB126D28A3}"/>
              </a:ext>
            </a:extLst>
          </p:cNvPr>
          <p:cNvSpPr/>
          <p:nvPr userDrawn="1"/>
        </p:nvSpPr>
        <p:spPr>
          <a:xfrm>
            <a:off x="9652000" y="2540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Master_Pattern_Dot">
            <a:extLst>
              <a:ext uri="{FF2B5EF4-FFF2-40B4-BE49-F238E27FC236}">
                <a16:creationId xmlns:a16="http://schemas.microsoft.com/office/drawing/2014/main" id="{EA3FAA52-3E2F-B6A0-4B08-9C2BCF833273}"/>
              </a:ext>
            </a:extLst>
          </p:cNvPr>
          <p:cNvSpPr/>
          <p:nvPr userDrawn="1"/>
        </p:nvSpPr>
        <p:spPr>
          <a:xfrm>
            <a:off x="10541000" y="3302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Master_Pattern_Diamond">
            <a:extLst>
              <a:ext uri="{FF2B5EF4-FFF2-40B4-BE49-F238E27FC236}">
                <a16:creationId xmlns:a16="http://schemas.microsoft.com/office/drawing/2014/main" id="{F31D1F25-1B43-C20F-FCA3-54A5666457D1}"/>
              </a:ext>
            </a:extLst>
          </p:cNvPr>
          <p:cNvSpPr/>
          <p:nvPr userDrawn="1"/>
        </p:nvSpPr>
        <p:spPr>
          <a:xfrm>
            <a:off x="9652000" y="4064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Master_Pattern_Dot">
            <a:extLst>
              <a:ext uri="{FF2B5EF4-FFF2-40B4-BE49-F238E27FC236}">
                <a16:creationId xmlns:a16="http://schemas.microsoft.com/office/drawing/2014/main" id="{F58502DB-592A-C6CD-9BA1-811BDFAC1D6C}"/>
              </a:ext>
            </a:extLst>
          </p:cNvPr>
          <p:cNvSpPr/>
          <p:nvPr userDrawn="1"/>
        </p:nvSpPr>
        <p:spPr>
          <a:xfrm>
            <a:off x="10541000" y="4826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Master_Pattern_Diamond">
            <a:extLst>
              <a:ext uri="{FF2B5EF4-FFF2-40B4-BE49-F238E27FC236}">
                <a16:creationId xmlns:a16="http://schemas.microsoft.com/office/drawing/2014/main" id="{57A1A687-4FE0-2713-948A-D653591E7F42}"/>
              </a:ext>
            </a:extLst>
          </p:cNvPr>
          <p:cNvSpPr/>
          <p:nvPr userDrawn="1"/>
        </p:nvSpPr>
        <p:spPr>
          <a:xfrm>
            <a:off x="9652000" y="5588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Master_Pattern_Dot">
            <a:extLst>
              <a:ext uri="{FF2B5EF4-FFF2-40B4-BE49-F238E27FC236}">
                <a16:creationId xmlns:a16="http://schemas.microsoft.com/office/drawing/2014/main" id="{24147538-D5F6-AB20-CB9E-6CAD5D53065E}"/>
              </a:ext>
            </a:extLst>
          </p:cNvPr>
          <p:cNvSpPr/>
          <p:nvPr userDrawn="1"/>
        </p:nvSpPr>
        <p:spPr>
          <a:xfrm>
            <a:off x="10541000" y="6350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Master_Pattern_Diamond">
            <a:extLst>
              <a:ext uri="{FF2B5EF4-FFF2-40B4-BE49-F238E27FC236}">
                <a16:creationId xmlns:a16="http://schemas.microsoft.com/office/drawing/2014/main" id="{55229F11-FBCA-AFEE-1488-5F356D42A57E}"/>
              </a:ext>
            </a:extLst>
          </p:cNvPr>
          <p:cNvSpPr/>
          <p:nvPr userDrawn="1"/>
        </p:nvSpPr>
        <p:spPr>
          <a:xfrm>
            <a:off x="9652000" y="7112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Master_Pattern_Dot">
            <a:extLst>
              <a:ext uri="{FF2B5EF4-FFF2-40B4-BE49-F238E27FC236}">
                <a16:creationId xmlns:a16="http://schemas.microsoft.com/office/drawing/2014/main" id="{330BA9AC-294D-E0CC-04F4-239C1DCCD6F6}"/>
              </a:ext>
            </a:extLst>
          </p:cNvPr>
          <p:cNvSpPr/>
          <p:nvPr userDrawn="1"/>
        </p:nvSpPr>
        <p:spPr>
          <a:xfrm>
            <a:off x="10541000" y="7874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Master_Pattern_Diamond">
            <a:extLst>
              <a:ext uri="{FF2B5EF4-FFF2-40B4-BE49-F238E27FC236}">
                <a16:creationId xmlns:a16="http://schemas.microsoft.com/office/drawing/2014/main" id="{AD74E0BB-7594-650C-6665-DCCE4B9933B8}"/>
              </a:ext>
            </a:extLst>
          </p:cNvPr>
          <p:cNvSpPr/>
          <p:nvPr userDrawn="1"/>
        </p:nvSpPr>
        <p:spPr>
          <a:xfrm>
            <a:off x="9652000" y="8636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Master_Pattern_Dot">
            <a:extLst>
              <a:ext uri="{FF2B5EF4-FFF2-40B4-BE49-F238E27FC236}">
                <a16:creationId xmlns:a16="http://schemas.microsoft.com/office/drawing/2014/main" id="{85B24057-0398-D9EA-F11A-F4D9B24E6383}"/>
              </a:ext>
            </a:extLst>
          </p:cNvPr>
          <p:cNvSpPr/>
          <p:nvPr userDrawn="1"/>
        </p:nvSpPr>
        <p:spPr>
          <a:xfrm>
            <a:off x="10541000" y="9398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Master_Pattern_Diamond">
            <a:extLst>
              <a:ext uri="{FF2B5EF4-FFF2-40B4-BE49-F238E27FC236}">
                <a16:creationId xmlns:a16="http://schemas.microsoft.com/office/drawing/2014/main" id="{D864D392-BB41-A9DB-D91A-BA6B85187602}"/>
              </a:ext>
            </a:extLst>
          </p:cNvPr>
          <p:cNvSpPr/>
          <p:nvPr userDrawn="1"/>
        </p:nvSpPr>
        <p:spPr>
          <a:xfrm>
            <a:off x="9652000" y="10160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Master_Pattern_Dot">
            <a:extLst>
              <a:ext uri="{FF2B5EF4-FFF2-40B4-BE49-F238E27FC236}">
                <a16:creationId xmlns:a16="http://schemas.microsoft.com/office/drawing/2014/main" id="{D2CF9FB2-EB43-3B4B-151D-9838120EB66C}"/>
              </a:ext>
            </a:extLst>
          </p:cNvPr>
          <p:cNvSpPr/>
          <p:nvPr userDrawn="1"/>
        </p:nvSpPr>
        <p:spPr>
          <a:xfrm>
            <a:off x="10541000" y="10922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Master_Pattern_Diamond">
            <a:extLst>
              <a:ext uri="{FF2B5EF4-FFF2-40B4-BE49-F238E27FC236}">
                <a16:creationId xmlns:a16="http://schemas.microsoft.com/office/drawing/2014/main" id="{B6458EAD-5EDF-5089-1EE0-60DE23DFE8A2}"/>
              </a:ext>
            </a:extLst>
          </p:cNvPr>
          <p:cNvSpPr/>
          <p:nvPr userDrawn="1"/>
        </p:nvSpPr>
        <p:spPr>
          <a:xfrm>
            <a:off x="9652000" y="11684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Master_Pattern_Dot">
            <a:extLst>
              <a:ext uri="{FF2B5EF4-FFF2-40B4-BE49-F238E27FC236}">
                <a16:creationId xmlns:a16="http://schemas.microsoft.com/office/drawing/2014/main" id="{A6E6190D-18F7-62DD-255E-59D3F2D66F07}"/>
              </a:ext>
            </a:extLst>
          </p:cNvPr>
          <p:cNvSpPr/>
          <p:nvPr userDrawn="1"/>
        </p:nvSpPr>
        <p:spPr>
          <a:xfrm>
            <a:off x="10541000" y="12446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Master_Pattern_Diamond">
            <a:extLst>
              <a:ext uri="{FF2B5EF4-FFF2-40B4-BE49-F238E27FC236}">
                <a16:creationId xmlns:a16="http://schemas.microsoft.com/office/drawing/2014/main" id="{0222383D-4A04-D1BD-D32D-D526AD2A2AD8}"/>
              </a:ext>
            </a:extLst>
          </p:cNvPr>
          <p:cNvSpPr/>
          <p:nvPr userDrawn="1"/>
        </p:nvSpPr>
        <p:spPr>
          <a:xfrm>
            <a:off x="11430000" y="1016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Master_Pattern_Dot">
            <a:extLst>
              <a:ext uri="{FF2B5EF4-FFF2-40B4-BE49-F238E27FC236}">
                <a16:creationId xmlns:a16="http://schemas.microsoft.com/office/drawing/2014/main" id="{6DDCFA8F-DC89-D624-0921-1C088F3F9211}"/>
              </a:ext>
            </a:extLst>
          </p:cNvPr>
          <p:cNvSpPr/>
          <p:nvPr userDrawn="1"/>
        </p:nvSpPr>
        <p:spPr>
          <a:xfrm>
            <a:off x="12319000" y="1778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Master_Pattern_Diamond">
            <a:extLst>
              <a:ext uri="{FF2B5EF4-FFF2-40B4-BE49-F238E27FC236}">
                <a16:creationId xmlns:a16="http://schemas.microsoft.com/office/drawing/2014/main" id="{555D40B5-A8D0-7835-BD03-4734E95EA3AB}"/>
              </a:ext>
            </a:extLst>
          </p:cNvPr>
          <p:cNvSpPr/>
          <p:nvPr userDrawn="1"/>
        </p:nvSpPr>
        <p:spPr>
          <a:xfrm>
            <a:off x="11430000" y="2540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Master_Pattern_Dot">
            <a:extLst>
              <a:ext uri="{FF2B5EF4-FFF2-40B4-BE49-F238E27FC236}">
                <a16:creationId xmlns:a16="http://schemas.microsoft.com/office/drawing/2014/main" id="{1E6F310D-5A35-C811-D9D1-ECBF5B1FEF26}"/>
              </a:ext>
            </a:extLst>
          </p:cNvPr>
          <p:cNvSpPr/>
          <p:nvPr userDrawn="1"/>
        </p:nvSpPr>
        <p:spPr>
          <a:xfrm>
            <a:off x="12319000" y="3302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Master_Pattern_Diamond">
            <a:extLst>
              <a:ext uri="{FF2B5EF4-FFF2-40B4-BE49-F238E27FC236}">
                <a16:creationId xmlns:a16="http://schemas.microsoft.com/office/drawing/2014/main" id="{F1E540BF-E633-315E-06EB-5672DD97971C}"/>
              </a:ext>
            </a:extLst>
          </p:cNvPr>
          <p:cNvSpPr/>
          <p:nvPr userDrawn="1"/>
        </p:nvSpPr>
        <p:spPr>
          <a:xfrm>
            <a:off x="11430000" y="4064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Master_Pattern_Dot">
            <a:extLst>
              <a:ext uri="{FF2B5EF4-FFF2-40B4-BE49-F238E27FC236}">
                <a16:creationId xmlns:a16="http://schemas.microsoft.com/office/drawing/2014/main" id="{2C7320EC-A1DF-67C5-E133-AE577EAF741C}"/>
              </a:ext>
            </a:extLst>
          </p:cNvPr>
          <p:cNvSpPr/>
          <p:nvPr userDrawn="1"/>
        </p:nvSpPr>
        <p:spPr>
          <a:xfrm>
            <a:off x="12319000" y="4826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Master_Pattern_Diamond">
            <a:extLst>
              <a:ext uri="{FF2B5EF4-FFF2-40B4-BE49-F238E27FC236}">
                <a16:creationId xmlns:a16="http://schemas.microsoft.com/office/drawing/2014/main" id="{FF57B3B2-6FB7-602D-C503-AD89FEF5ABB0}"/>
              </a:ext>
            </a:extLst>
          </p:cNvPr>
          <p:cNvSpPr/>
          <p:nvPr userDrawn="1"/>
        </p:nvSpPr>
        <p:spPr>
          <a:xfrm>
            <a:off x="11430000" y="5588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Master_Pattern_Dot">
            <a:extLst>
              <a:ext uri="{FF2B5EF4-FFF2-40B4-BE49-F238E27FC236}">
                <a16:creationId xmlns:a16="http://schemas.microsoft.com/office/drawing/2014/main" id="{61091CE2-10A7-82B4-A220-4A10710B698E}"/>
              </a:ext>
            </a:extLst>
          </p:cNvPr>
          <p:cNvSpPr/>
          <p:nvPr userDrawn="1"/>
        </p:nvSpPr>
        <p:spPr>
          <a:xfrm>
            <a:off x="12319000" y="6350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Master_Pattern_Diamond">
            <a:extLst>
              <a:ext uri="{FF2B5EF4-FFF2-40B4-BE49-F238E27FC236}">
                <a16:creationId xmlns:a16="http://schemas.microsoft.com/office/drawing/2014/main" id="{83A44A0B-BE7A-35CB-FAF6-9891A250A8DC}"/>
              </a:ext>
            </a:extLst>
          </p:cNvPr>
          <p:cNvSpPr/>
          <p:nvPr userDrawn="1"/>
        </p:nvSpPr>
        <p:spPr>
          <a:xfrm>
            <a:off x="11430000" y="7112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Master_Pattern_Dot">
            <a:extLst>
              <a:ext uri="{FF2B5EF4-FFF2-40B4-BE49-F238E27FC236}">
                <a16:creationId xmlns:a16="http://schemas.microsoft.com/office/drawing/2014/main" id="{3D22417A-543A-1F17-9325-ED66F790140C}"/>
              </a:ext>
            </a:extLst>
          </p:cNvPr>
          <p:cNvSpPr/>
          <p:nvPr userDrawn="1"/>
        </p:nvSpPr>
        <p:spPr>
          <a:xfrm>
            <a:off x="12319000" y="7874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Master_Pattern_Diamond">
            <a:extLst>
              <a:ext uri="{FF2B5EF4-FFF2-40B4-BE49-F238E27FC236}">
                <a16:creationId xmlns:a16="http://schemas.microsoft.com/office/drawing/2014/main" id="{FD4696DE-A51B-356F-E44E-8E6DFF3CD34D}"/>
              </a:ext>
            </a:extLst>
          </p:cNvPr>
          <p:cNvSpPr/>
          <p:nvPr userDrawn="1"/>
        </p:nvSpPr>
        <p:spPr>
          <a:xfrm>
            <a:off x="11430000" y="8636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Master_Pattern_Dot">
            <a:extLst>
              <a:ext uri="{FF2B5EF4-FFF2-40B4-BE49-F238E27FC236}">
                <a16:creationId xmlns:a16="http://schemas.microsoft.com/office/drawing/2014/main" id="{56A8DAAA-6DB5-4991-1D1F-E79E081F898E}"/>
              </a:ext>
            </a:extLst>
          </p:cNvPr>
          <p:cNvSpPr/>
          <p:nvPr userDrawn="1"/>
        </p:nvSpPr>
        <p:spPr>
          <a:xfrm>
            <a:off x="12319000" y="9398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Master_Pattern_Diamond">
            <a:extLst>
              <a:ext uri="{FF2B5EF4-FFF2-40B4-BE49-F238E27FC236}">
                <a16:creationId xmlns:a16="http://schemas.microsoft.com/office/drawing/2014/main" id="{549DEDD6-FF4A-6F74-8AE3-EAE6FB7A8FE7}"/>
              </a:ext>
            </a:extLst>
          </p:cNvPr>
          <p:cNvSpPr/>
          <p:nvPr userDrawn="1"/>
        </p:nvSpPr>
        <p:spPr>
          <a:xfrm>
            <a:off x="11430000" y="10160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Master_Pattern_Dot">
            <a:extLst>
              <a:ext uri="{FF2B5EF4-FFF2-40B4-BE49-F238E27FC236}">
                <a16:creationId xmlns:a16="http://schemas.microsoft.com/office/drawing/2014/main" id="{A2B30E54-39C8-E6DF-FCB9-624964E4BE2E}"/>
              </a:ext>
            </a:extLst>
          </p:cNvPr>
          <p:cNvSpPr/>
          <p:nvPr userDrawn="1"/>
        </p:nvSpPr>
        <p:spPr>
          <a:xfrm>
            <a:off x="12319000" y="10922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Master_Pattern_Diamond">
            <a:extLst>
              <a:ext uri="{FF2B5EF4-FFF2-40B4-BE49-F238E27FC236}">
                <a16:creationId xmlns:a16="http://schemas.microsoft.com/office/drawing/2014/main" id="{5D305FC0-25AB-DBDA-FA62-49A007411DF1}"/>
              </a:ext>
            </a:extLst>
          </p:cNvPr>
          <p:cNvSpPr/>
          <p:nvPr userDrawn="1"/>
        </p:nvSpPr>
        <p:spPr>
          <a:xfrm>
            <a:off x="11430000" y="11684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Master_Pattern_Dot">
            <a:extLst>
              <a:ext uri="{FF2B5EF4-FFF2-40B4-BE49-F238E27FC236}">
                <a16:creationId xmlns:a16="http://schemas.microsoft.com/office/drawing/2014/main" id="{A615B256-99E4-4E59-49AE-4D944C16039B}"/>
              </a:ext>
            </a:extLst>
          </p:cNvPr>
          <p:cNvSpPr/>
          <p:nvPr userDrawn="1"/>
        </p:nvSpPr>
        <p:spPr>
          <a:xfrm>
            <a:off x="12319000" y="12446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Master_Pattern_Diamond">
            <a:extLst>
              <a:ext uri="{FF2B5EF4-FFF2-40B4-BE49-F238E27FC236}">
                <a16:creationId xmlns:a16="http://schemas.microsoft.com/office/drawing/2014/main" id="{6391CE58-CFFA-B921-A353-AB7DAA05693F}"/>
              </a:ext>
            </a:extLst>
          </p:cNvPr>
          <p:cNvSpPr/>
          <p:nvPr userDrawn="1"/>
        </p:nvSpPr>
        <p:spPr>
          <a:xfrm>
            <a:off x="13208000" y="1016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Master_Pattern_Dot">
            <a:extLst>
              <a:ext uri="{FF2B5EF4-FFF2-40B4-BE49-F238E27FC236}">
                <a16:creationId xmlns:a16="http://schemas.microsoft.com/office/drawing/2014/main" id="{F2748ACD-70C8-10AD-A569-B92E32854615}"/>
              </a:ext>
            </a:extLst>
          </p:cNvPr>
          <p:cNvSpPr/>
          <p:nvPr userDrawn="1"/>
        </p:nvSpPr>
        <p:spPr>
          <a:xfrm>
            <a:off x="14097000" y="1778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Master_Pattern_Diamond">
            <a:extLst>
              <a:ext uri="{FF2B5EF4-FFF2-40B4-BE49-F238E27FC236}">
                <a16:creationId xmlns:a16="http://schemas.microsoft.com/office/drawing/2014/main" id="{7B240CE5-EEBB-EE62-34FA-9A6D3EABEC11}"/>
              </a:ext>
            </a:extLst>
          </p:cNvPr>
          <p:cNvSpPr/>
          <p:nvPr userDrawn="1"/>
        </p:nvSpPr>
        <p:spPr>
          <a:xfrm>
            <a:off x="13208000" y="2540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Master_Pattern_Dot">
            <a:extLst>
              <a:ext uri="{FF2B5EF4-FFF2-40B4-BE49-F238E27FC236}">
                <a16:creationId xmlns:a16="http://schemas.microsoft.com/office/drawing/2014/main" id="{1528EAF0-83C8-AA3B-6375-EBBDE8FAB4C8}"/>
              </a:ext>
            </a:extLst>
          </p:cNvPr>
          <p:cNvSpPr/>
          <p:nvPr userDrawn="1"/>
        </p:nvSpPr>
        <p:spPr>
          <a:xfrm>
            <a:off x="14097000" y="3302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Master_Pattern_Diamond">
            <a:extLst>
              <a:ext uri="{FF2B5EF4-FFF2-40B4-BE49-F238E27FC236}">
                <a16:creationId xmlns:a16="http://schemas.microsoft.com/office/drawing/2014/main" id="{0E05D5B3-7915-D4A7-51C1-5B9B5967F11B}"/>
              </a:ext>
            </a:extLst>
          </p:cNvPr>
          <p:cNvSpPr/>
          <p:nvPr userDrawn="1"/>
        </p:nvSpPr>
        <p:spPr>
          <a:xfrm>
            <a:off x="13208000" y="4064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Master_Pattern_Dot">
            <a:extLst>
              <a:ext uri="{FF2B5EF4-FFF2-40B4-BE49-F238E27FC236}">
                <a16:creationId xmlns:a16="http://schemas.microsoft.com/office/drawing/2014/main" id="{05DD610D-7BAF-BCCA-1620-1AA78E1E3BC0}"/>
              </a:ext>
            </a:extLst>
          </p:cNvPr>
          <p:cNvSpPr/>
          <p:nvPr userDrawn="1"/>
        </p:nvSpPr>
        <p:spPr>
          <a:xfrm>
            <a:off x="14097000" y="4826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Master_Pattern_Diamond">
            <a:extLst>
              <a:ext uri="{FF2B5EF4-FFF2-40B4-BE49-F238E27FC236}">
                <a16:creationId xmlns:a16="http://schemas.microsoft.com/office/drawing/2014/main" id="{28F745B2-974C-DD08-6138-D0B19BC9CCF6}"/>
              </a:ext>
            </a:extLst>
          </p:cNvPr>
          <p:cNvSpPr/>
          <p:nvPr userDrawn="1"/>
        </p:nvSpPr>
        <p:spPr>
          <a:xfrm>
            <a:off x="13208000" y="5588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Master_Pattern_Dot">
            <a:extLst>
              <a:ext uri="{FF2B5EF4-FFF2-40B4-BE49-F238E27FC236}">
                <a16:creationId xmlns:a16="http://schemas.microsoft.com/office/drawing/2014/main" id="{F3BE028D-EAE3-025F-9A3A-42EBB251B9DA}"/>
              </a:ext>
            </a:extLst>
          </p:cNvPr>
          <p:cNvSpPr/>
          <p:nvPr userDrawn="1"/>
        </p:nvSpPr>
        <p:spPr>
          <a:xfrm>
            <a:off x="14097000" y="6350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Master_Pattern_Diamond">
            <a:extLst>
              <a:ext uri="{FF2B5EF4-FFF2-40B4-BE49-F238E27FC236}">
                <a16:creationId xmlns:a16="http://schemas.microsoft.com/office/drawing/2014/main" id="{A7FB1C5D-6DFD-5F55-AF30-BA684C29FD0A}"/>
              </a:ext>
            </a:extLst>
          </p:cNvPr>
          <p:cNvSpPr/>
          <p:nvPr userDrawn="1"/>
        </p:nvSpPr>
        <p:spPr>
          <a:xfrm>
            <a:off x="13208000" y="7112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Master_Pattern_Dot">
            <a:extLst>
              <a:ext uri="{FF2B5EF4-FFF2-40B4-BE49-F238E27FC236}">
                <a16:creationId xmlns:a16="http://schemas.microsoft.com/office/drawing/2014/main" id="{F3AD5D14-9114-B004-9407-6D44168438F2}"/>
              </a:ext>
            </a:extLst>
          </p:cNvPr>
          <p:cNvSpPr/>
          <p:nvPr userDrawn="1"/>
        </p:nvSpPr>
        <p:spPr>
          <a:xfrm>
            <a:off x="14097000" y="7874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Master_Pattern_Diamond">
            <a:extLst>
              <a:ext uri="{FF2B5EF4-FFF2-40B4-BE49-F238E27FC236}">
                <a16:creationId xmlns:a16="http://schemas.microsoft.com/office/drawing/2014/main" id="{BD2D1331-E42C-B449-98AC-6CB701F2FB0C}"/>
              </a:ext>
            </a:extLst>
          </p:cNvPr>
          <p:cNvSpPr/>
          <p:nvPr userDrawn="1"/>
        </p:nvSpPr>
        <p:spPr>
          <a:xfrm>
            <a:off x="13208000" y="8636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Master_Pattern_Dot">
            <a:extLst>
              <a:ext uri="{FF2B5EF4-FFF2-40B4-BE49-F238E27FC236}">
                <a16:creationId xmlns:a16="http://schemas.microsoft.com/office/drawing/2014/main" id="{98D26A92-17A8-4C29-F671-F243D8AF13BC}"/>
              </a:ext>
            </a:extLst>
          </p:cNvPr>
          <p:cNvSpPr/>
          <p:nvPr userDrawn="1"/>
        </p:nvSpPr>
        <p:spPr>
          <a:xfrm>
            <a:off x="14097000" y="9398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Master_Pattern_Diamond">
            <a:extLst>
              <a:ext uri="{FF2B5EF4-FFF2-40B4-BE49-F238E27FC236}">
                <a16:creationId xmlns:a16="http://schemas.microsoft.com/office/drawing/2014/main" id="{CBE324BE-A2FF-9804-FD96-9A4ED810FF5A}"/>
              </a:ext>
            </a:extLst>
          </p:cNvPr>
          <p:cNvSpPr/>
          <p:nvPr userDrawn="1"/>
        </p:nvSpPr>
        <p:spPr>
          <a:xfrm>
            <a:off x="13208000" y="10160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Master_Pattern_Dot">
            <a:extLst>
              <a:ext uri="{FF2B5EF4-FFF2-40B4-BE49-F238E27FC236}">
                <a16:creationId xmlns:a16="http://schemas.microsoft.com/office/drawing/2014/main" id="{902DC8C2-5F86-2447-7D33-4D082BDFC0BE}"/>
              </a:ext>
            </a:extLst>
          </p:cNvPr>
          <p:cNvSpPr/>
          <p:nvPr userDrawn="1"/>
        </p:nvSpPr>
        <p:spPr>
          <a:xfrm>
            <a:off x="14097000" y="10922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Master_Pattern_Diamond">
            <a:extLst>
              <a:ext uri="{FF2B5EF4-FFF2-40B4-BE49-F238E27FC236}">
                <a16:creationId xmlns:a16="http://schemas.microsoft.com/office/drawing/2014/main" id="{644B55D5-A2C9-D90C-CD22-296BA799737C}"/>
              </a:ext>
            </a:extLst>
          </p:cNvPr>
          <p:cNvSpPr/>
          <p:nvPr userDrawn="1"/>
        </p:nvSpPr>
        <p:spPr>
          <a:xfrm>
            <a:off x="13208000" y="11684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Master_Pattern_Dot">
            <a:extLst>
              <a:ext uri="{FF2B5EF4-FFF2-40B4-BE49-F238E27FC236}">
                <a16:creationId xmlns:a16="http://schemas.microsoft.com/office/drawing/2014/main" id="{750711D1-F0E0-C9DA-4C1B-142EB544A24C}"/>
              </a:ext>
            </a:extLst>
          </p:cNvPr>
          <p:cNvSpPr/>
          <p:nvPr userDrawn="1"/>
        </p:nvSpPr>
        <p:spPr>
          <a:xfrm>
            <a:off x="14097000" y="12446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Master_Pattern_Diamond">
            <a:extLst>
              <a:ext uri="{FF2B5EF4-FFF2-40B4-BE49-F238E27FC236}">
                <a16:creationId xmlns:a16="http://schemas.microsoft.com/office/drawing/2014/main" id="{1DBF64B6-A21E-AA23-17E6-7AB9D8EDAEBF}"/>
              </a:ext>
            </a:extLst>
          </p:cNvPr>
          <p:cNvSpPr/>
          <p:nvPr userDrawn="1"/>
        </p:nvSpPr>
        <p:spPr>
          <a:xfrm>
            <a:off x="14986000" y="1016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Master_Pattern_Dot">
            <a:extLst>
              <a:ext uri="{FF2B5EF4-FFF2-40B4-BE49-F238E27FC236}">
                <a16:creationId xmlns:a16="http://schemas.microsoft.com/office/drawing/2014/main" id="{10428345-DB4B-3023-CA7D-8F5CD9E3BF3F}"/>
              </a:ext>
            </a:extLst>
          </p:cNvPr>
          <p:cNvSpPr/>
          <p:nvPr userDrawn="1"/>
        </p:nvSpPr>
        <p:spPr>
          <a:xfrm>
            <a:off x="15875000" y="1778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Master_Pattern_Diamond">
            <a:extLst>
              <a:ext uri="{FF2B5EF4-FFF2-40B4-BE49-F238E27FC236}">
                <a16:creationId xmlns:a16="http://schemas.microsoft.com/office/drawing/2014/main" id="{2960EEA4-9615-C6E5-4726-67F76F0BFAB2}"/>
              </a:ext>
            </a:extLst>
          </p:cNvPr>
          <p:cNvSpPr/>
          <p:nvPr userDrawn="1"/>
        </p:nvSpPr>
        <p:spPr>
          <a:xfrm>
            <a:off x="14986000" y="2540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Master_Pattern_Dot">
            <a:extLst>
              <a:ext uri="{FF2B5EF4-FFF2-40B4-BE49-F238E27FC236}">
                <a16:creationId xmlns:a16="http://schemas.microsoft.com/office/drawing/2014/main" id="{FB874D28-40DB-2557-AE0D-2C8FEF11C232}"/>
              </a:ext>
            </a:extLst>
          </p:cNvPr>
          <p:cNvSpPr/>
          <p:nvPr userDrawn="1"/>
        </p:nvSpPr>
        <p:spPr>
          <a:xfrm>
            <a:off x="15875000" y="3302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Master_Pattern_Diamond">
            <a:extLst>
              <a:ext uri="{FF2B5EF4-FFF2-40B4-BE49-F238E27FC236}">
                <a16:creationId xmlns:a16="http://schemas.microsoft.com/office/drawing/2014/main" id="{8B4AD3CE-9455-5172-1960-4FDE8AD5075E}"/>
              </a:ext>
            </a:extLst>
          </p:cNvPr>
          <p:cNvSpPr/>
          <p:nvPr userDrawn="1"/>
        </p:nvSpPr>
        <p:spPr>
          <a:xfrm>
            <a:off x="14986000" y="4064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Master_Pattern_Dot">
            <a:extLst>
              <a:ext uri="{FF2B5EF4-FFF2-40B4-BE49-F238E27FC236}">
                <a16:creationId xmlns:a16="http://schemas.microsoft.com/office/drawing/2014/main" id="{4299AB94-8DE4-D526-16EA-5A1E8FAC036E}"/>
              </a:ext>
            </a:extLst>
          </p:cNvPr>
          <p:cNvSpPr/>
          <p:nvPr userDrawn="1"/>
        </p:nvSpPr>
        <p:spPr>
          <a:xfrm>
            <a:off x="15875000" y="4826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Master_Pattern_Diamond">
            <a:extLst>
              <a:ext uri="{FF2B5EF4-FFF2-40B4-BE49-F238E27FC236}">
                <a16:creationId xmlns:a16="http://schemas.microsoft.com/office/drawing/2014/main" id="{C2DDFFA9-74D6-E028-A108-3B57C656767A}"/>
              </a:ext>
            </a:extLst>
          </p:cNvPr>
          <p:cNvSpPr/>
          <p:nvPr userDrawn="1"/>
        </p:nvSpPr>
        <p:spPr>
          <a:xfrm>
            <a:off x="14986000" y="5588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Master_Pattern_Dot">
            <a:extLst>
              <a:ext uri="{FF2B5EF4-FFF2-40B4-BE49-F238E27FC236}">
                <a16:creationId xmlns:a16="http://schemas.microsoft.com/office/drawing/2014/main" id="{D1A63BB6-6CF6-BCB7-6FC5-F620AECA195D}"/>
              </a:ext>
            </a:extLst>
          </p:cNvPr>
          <p:cNvSpPr/>
          <p:nvPr userDrawn="1"/>
        </p:nvSpPr>
        <p:spPr>
          <a:xfrm>
            <a:off x="15875000" y="6350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Master_Pattern_Diamond">
            <a:extLst>
              <a:ext uri="{FF2B5EF4-FFF2-40B4-BE49-F238E27FC236}">
                <a16:creationId xmlns:a16="http://schemas.microsoft.com/office/drawing/2014/main" id="{BCF00D30-535B-ED36-7C75-32CDF27D42F4}"/>
              </a:ext>
            </a:extLst>
          </p:cNvPr>
          <p:cNvSpPr/>
          <p:nvPr userDrawn="1"/>
        </p:nvSpPr>
        <p:spPr>
          <a:xfrm>
            <a:off x="14986000" y="7112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Master_Pattern_Dot">
            <a:extLst>
              <a:ext uri="{FF2B5EF4-FFF2-40B4-BE49-F238E27FC236}">
                <a16:creationId xmlns:a16="http://schemas.microsoft.com/office/drawing/2014/main" id="{50456297-74F5-ABD2-EDD4-E2491765FBE8}"/>
              </a:ext>
            </a:extLst>
          </p:cNvPr>
          <p:cNvSpPr/>
          <p:nvPr userDrawn="1"/>
        </p:nvSpPr>
        <p:spPr>
          <a:xfrm>
            <a:off x="15875000" y="7874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Master_Pattern_Diamond">
            <a:extLst>
              <a:ext uri="{FF2B5EF4-FFF2-40B4-BE49-F238E27FC236}">
                <a16:creationId xmlns:a16="http://schemas.microsoft.com/office/drawing/2014/main" id="{32FAC60C-BDE1-AFC8-6770-7DAA9A7A53C2}"/>
              </a:ext>
            </a:extLst>
          </p:cNvPr>
          <p:cNvSpPr/>
          <p:nvPr userDrawn="1"/>
        </p:nvSpPr>
        <p:spPr>
          <a:xfrm>
            <a:off x="14986000" y="8636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Master_Pattern_Dot">
            <a:extLst>
              <a:ext uri="{FF2B5EF4-FFF2-40B4-BE49-F238E27FC236}">
                <a16:creationId xmlns:a16="http://schemas.microsoft.com/office/drawing/2014/main" id="{13C83F41-9F76-4DB4-8386-BBCD6BFCE2CE}"/>
              </a:ext>
            </a:extLst>
          </p:cNvPr>
          <p:cNvSpPr/>
          <p:nvPr userDrawn="1"/>
        </p:nvSpPr>
        <p:spPr>
          <a:xfrm>
            <a:off x="15875000" y="9398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Master_Pattern_Diamond">
            <a:extLst>
              <a:ext uri="{FF2B5EF4-FFF2-40B4-BE49-F238E27FC236}">
                <a16:creationId xmlns:a16="http://schemas.microsoft.com/office/drawing/2014/main" id="{BB26CE2D-D11B-2445-1D4B-53E376F1FE72}"/>
              </a:ext>
            </a:extLst>
          </p:cNvPr>
          <p:cNvSpPr/>
          <p:nvPr userDrawn="1"/>
        </p:nvSpPr>
        <p:spPr>
          <a:xfrm>
            <a:off x="14986000" y="10160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Master_Pattern_Dot">
            <a:extLst>
              <a:ext uri="{FF2B5EF4-FFF2-40B4-BE49-F238E27FC236}">
                <a16:creationId xmlns:a16="http://schemas.microsoft.com/office/drawing/2014/main" id="{A5CD9B1E-618E-51E0-251E-2AD357C143EC}"/>
              </a:ext>
            </a:extLst>
          </p:cNvPr>
          <p:cNvSpPr/>
          <p:nvPr userDrawn="1"/>
        </p:nvSpPr>
        <p:spPr>
          <a:xfrm>
            <a:off x="15875000" y="10922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0" name="Master_Pattern_Diamond">
            <a:extLst>
              <a:ext uri="{FF2B5EF4-FFF2-40B4-BE49-F238E27FC236}">
                <a16:creationId xmlns:a16="http://schemas.microsoft.com/office/drawing/2014/main" id="{D3CA19DC-B911-77BA-509E-25D0223EB673}"/>
              </a:ext>
            </a:extLst>
          </p:cNvPr>
          <p:cNvSpPr/>
          <p:nvPr userDrawn="1"/>
        </p:nvSpPr>
        <p:spPr>
          <a:xfrm>
            <a:off x="14986000" y="11684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1" name="Master_Pattern_Dot">
            <a:extLst>
              <a:ext uri="{FF2B5EF4-FFF2-40B4-BE49-F238E27FC236}">
                <a16:creationId xmlns:a16="http://schemas.microsoft.com/office/drawing/2014/main" id="{CEB23123-E08D-5DC6-FAC2-0F295E296F37}"/>
              </a:ext>
            </a:extLst>
          </p:cNvPr>
          <p:cNvSpPr/>
          <p:nvPr userDrawn="1"/>
        </p:nvSpPr>
        <p:spPr>
          <a:xfrm>
            <a:off x="15875000" y="12446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Master_Pattern_Diamond">
            <a:extLst>
              <a:ext uri="{FF2B5EF4-FFF2-40B4-BE49-F238E27FC236}">
                <a16:creationId xmlns:a16="http://schemas.microsoft.com/office/drawing/2014/main" id="{9A60FB95-116B-F712-F802-3E051F9E156A}"/>
              </a:ext>
            </a:extLst>
          </p:cNvPr>
          <p:cNvSpPr/>
          <p:nvPr userDrawn="1"/>
        </p:nvSpPr>
        <p:spPr>
          <a:xfrm>
            <a:off x="16764000" y="1016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Master_Pattern_Dot">
            <a:extLst>
              <a:ext uri="{FF2B5EF4-FFF2-40B4-BE49-F238E27FC236}">
                <a16:creationId xmlns:a16="http://schemas.microsoft.com/office/drawing/2014/main" id="{9DBD6991-6249-6F94-F605-002C41113679}"/>
              </a:ext>
            </a:extLst>
          </p:cNvPr>
          <p:cNvSpPr/>
          <p:nvPr userDrawn="1"/>
        </p:nvSpPr>
        <p:spPr>
          <a:xfrm>
            <a:off x="17653000" y="1778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Master_Pattern_Diamond">
            <a:extLst>
              <a:ext uri="{FF2B5EF4-FFF2-40B4-BE49-F238E27FC236}">
                <a16:creationId xmlns:a16="http://schemas.microsoft.com/office/drawing/2014/main" id="{5D6623F2-FC55-76D2-CEC9-0BACBBC8AE6C}"/>
              </a:ext>
            </a:extLst>
          </p:cNvPr>
          <p:cNvSpPr/>
          <p:nvPr userDrawn="1"/>
        </p:nvSpPr>
        <p:spPr>
          <a:xfrm>
            <a:off x="16764000" y="2540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Master_Pattern_Dot">
            <a:extLst>
              <a:ext uri="{FF2B5EF4-FFF2-40B4-BE49-F238E27FC236}">
                <a16:creationId xmlns:a16="http://schemas.microsoft.com/office/drawing/2014/main" id="{87837AE9-FB4F-7E9A-172A-A745DF3CE27E}"/>
              </a:ext>
            </a:extLst>
          </p:cNvPr>
          <p:cNvSpPr/>
          <p:nvPr userDrawn="1"/>
        </p:nvSpPr>
        <p:spPr>
          <a:xfrm>
            <a:off x="17653000" y="3302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Master_Pattern_Diamond">
            <a:extLst>
              <a:ext uri="{FF2B5EF4-FFF2-40B4-BE49-F238E27FC236}">
                <a16:creationId xmlns:a16="http://schemas.microsoft.com/office/drawing/2014/main" id="{E5CFEE75-1772-32F7-91C2-7B022A5CC76E}"/>
              </a:ext>
            </a:extLst>
          </p:cNvPr>
          <p:cNvSpPr/>
          <p:nvPr userDrawn="1"/>
        </p:nvSpPr>
        <p:spPr>
          <a:xfrm>
            <a:off x="16764000" y="4064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Master_Pattern_Dot">
            <a:extLst>
              <a:ext uri="{FF2B5EF4-FFF2-40B4-BE49-F238E27FC236}">
                <a16:creationId xmlns:a16="http://schemas.microsoft.com/office/drawing/2014/main" id="{2C35E2D1-188E-C91C-141B-9CF99BC1A9B2}"/>
              </a:ext>
            </a:extLst>
          </p:cNvPr>
          <p:cNvSpPr/>
          <p:nvPr userDrawn="1"/>
        </p:nvSpPr>
        <p:spPr>
          <a:xfrm>
            <a:off x="17653000" y="4826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Master_Pattern_Diamond">
            <a:extLst>
              <a:ext uri="{FF2B5EF4-FFF2-40B4-BE49-F238E27FC236}">
                <a16:creationId xmlns:a16="http://schemas.microsoft.com/office/drawing/2014/main" id="{56BCF040-5AD5-E5E2-7138-02042E0892D1}"/>
              </a:ext>
            </a:extLst>
          </p:cNvPr>
          <p:cNvSpPr/>
          <p:nvPr userDrawn="1"/>
        </p:nvSpPr>
        <p:spPr>
          <a:xfrm>
            <a:off x="16764000" y="5588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Master_Pattern_Dot">
            <a:extLst>
              <a:ext uri="{FF2B5EF4-FFF2-40B4-BE49-F238E27FC236}">
                <a16:creationId xmlns:a16="http://schemas.microsoft.com/office/drawing/2014/main" id="{D85D7BC4-9A81-3056-86AF-1EF9A245417F}"/>
              </a:ext>
            </a:extLst>
          </p:cNvPr>
          <p:cNvSpPr/>
          <p:nvPr userDrawn="1"/>
        </p:nvSpPr>
        <p:spPr>
          <a:xfrm>
            <a:off x="17653000" y="6350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Master_Pattern_Diamond">
            <a:extLst>
              <a:ext uri="{FF2B5EF4-FFF2-40B4-BE49-F238E27FC236}">
                <a16:creationId xmlns:a16="http://schemas.microsoft.com/office/drawing/2014/main" id="{2349F165-1748-3EE7-DEED-E9620F717DA7}"/>
              </a:ext>
            </a:extLst>
          </p:cNvPr>
          <p:cNvSpPr/>
          <p:nvPr userDrawn="1"/>
        </p:nvSpPr>
        <p:spPr>
          <a:xfrm>
            <a:off x="16764000" y="7112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Master_Pattern_Dot">
            <a:extLst>
              <a:ext uri="{FF2B5EF4-FFF2-40B4-BE49-F238E27FC236}">
                <a16:creationId xmlns:a16="http://schemas.microsoft.com/office/drawing/2014/main" id="{F385BC90-7CA7-B90E-BDEA-1887C447C5B9}"/>
              </a:ext>
            </a:extLst>
          </p:cNvPr>
          <p:cNvSpPr/>
          <p:nvPr userDrawn="1"/>
        </p:nvSpPr>
        <p:spPr>
          <a:xfrm>
            <a:off x="17653000" y="7874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Master_Pattern_Diamond">
            <a:extLst>
              <a:ext uri="{FF2B5EF4-FFF2-40B4-BE49-F238E27FC236}">
                <a16:creationId xmlns:a16="http://schemas.microsoft.com/office/drawing/2014/main" id="{44FA6288-BA10-E291-3D0D-589BEB498641}"/>
              </a:ext>
            </a:extLst>
          </p:cNvPr>
          <p:cNvSpPr/>
          <p:nvPr userDrawn="1"/>
        </p:nvSpPr>
        <p:spPr>
          <a:xfrm>
            <a:off x="16764000" y="8636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Master_Pattern_Dot">
            <a:extLst>
              <a:ext uri="{FF2B5EF4-FFF2-40B4-BE49-F238E27FC236}">
                <a16:creationId xmlns:a16="http://schemas.microsoft.com/office/drawing/2014/main" id="{B74FBC1C-F833-896E-8372-444AC61AF0AE}"/>
              </a:ext>
            </a:extLst>
          </p:cNvPr>
          <p:cNvSpPr/>
          <p:nvPr userDrawn="1"/>
        </p:nvSpPr>
        <p:spPr>
          <a:xfrm>
            <a:off x="17653000" y="9398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Master_Pattern_Diamond">
            <a:extLst>
              <a:ext uri="{FF2B5EF4-FFF2-40B4-BE49-F238E27FC236}">
                <a16:creationId xmlns:a16="http://schemas.microsoft.com/office/drawing/2014/main" id="{71A2EA71-47E0-BF71-FD90-1F13795322B1}"/>
              </a:ext>
            </a:extLst>
          </p:cNvPr>
          <p:cNvSpPr/>
          <p:nvPr userDrawn="1"/>
        </p:nvSpPr>
        <p:spPr>
          <a:xfrm>
            <a:off x="16764000" y="10160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Master_Pattern_Dot">
            <a:extLst>
              <a:ext uri="{FF2B5EF4-FFF2-40B4-BE49-F238E27FC236}">
                <a16:creationId xmlns:a16="http://schemas.microsoft.com/office/drawing/2014/main" id="{CE28146C-29BB-7844-64C9-9F4949DFA570}"/>
              </a:ext>
            </a:extLst>
          </p:cNvPr>
          <p:cNvSpPr/>
          <p:nvPr userDrawn="1"/>
        </p:nvSpPr>
        <p:spPr>
          <a:xfrm>
            <a:off x="17653000" y="10922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Master_Pattern_Diamond">
            <a:extLst>
              <a:ext uri="{FF2B5EF4-FFF2-40B4-BE49-F238E27FC236}">
                <a16:creationId xmlns:a16="http://schemas.microsoft.com/office/drawing/2014/main" id="{B255D716-08D0-3FC3-110D-FAEADAFBC8A6}"/>
              </a:ext>
            </a:extLst>
          </p:cNvPr>
          <p:cNvSpPr/>
          <p:nvPr userDrawn="1"/>
        </p:nvSpPr>
        <p:spPr>
          <a:xfrm>
            <a:off x="16764000" y="11684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Master_Pattern_Dot">
            <a:extLst>
              <a:ext uri="{FF2B5EF4-FFF2-40B4-BE49-F238E27FC236}">
                <a16:creationId xmlns:a16="http://schemas.microsoft.com/office/drawing/2014/main" id="{CD05A462-08F8-97E5-A1BB-C0D6AD11057B}"/>
              </a:ext>
            </a:extLst>
          </p:cNvPr>
          <p:cNvSpPr/>
          <p:nvPr userDrawn="1"/>
        </p:nvSpPr>
        <p:spPr>
          <a:xfrm>
            <a:off x="17653000" y="12446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Master_Pattern_Diamond">
            <a:extLst>
              <a:ext uri="{FF2B5EF4-FFF2-40B4-BE49-F238E27FC236}">
                <a16:creationId xmlns:a16="http://schemas.microsoft.com/office/drawing/2014/main" id="{2DF7E4A0-8C3E-787D-DEDB-8C49FB5D1512}"/>
              </a:ext>
            </a:extLst>
          </p:cNvPr>
          <p:cNvSpPr/>
          <p:nvPr userDrawn="1"/>
        </p:nvSpPr>
        <p:spPr>
          <a:xfrm>
            <a:off x="18542000" y="1016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Master_Pattern_Dot">
            <a:extLst>
              <a:ext uri="{FF2B5EF4-FFF2-40B4-BE49-F238E27FC236}">
                <a16:creationId xmlns:a16="http://schemas.microsoft.com/office/drawing/2014/main" id="{C3C6E614-F368-5BBC-9C59-D4AAACE4B24E}"/>
              </a:ext>
            </a:extLst>
          </p:cNvPr>
          <p:cNvSpPr/>
          <p:nvPr userDrawn="1"/>
        </p:nvSpPr>
        <p:spPr>
          <a:xfrm>
            <a:off x="19431000" y="1778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Master_Pattern_Diamond">
            <a:extLst>
              <a:ext uri="{FF2B5EF4-FFF2-40B4-BE49-F238E27FC236}">
                <a16:creationId xmlns:a16="http://schemas.microsoft.com/office/drawing/2014/main" id="{55E78611-993D-03DD-9332-136317DC4D6D}"/>
              </a:ext>
            </a:extLst>
          </p:cNvPr>
          <p:cNvSpPr/>
          <p:nvPr userDrawn="1"/>
        </p:nvSpPr>
        <p:spPr>
          <a:xfrm>
            <a:off x="18542000" y="2540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Master_Pattern_Dot">
            <a:extLst>
              <a:ext uri="{FF2B5EF4-FFF2-40B4-BE49-F238E27FC236}">
                <a16:creationId xmlns:a16="http://schemas.microsoft.com/office/drawing/2014/main" id="{7A95EEBE-6FEF-4908-7C86-9A55044654C3}"/>
              </a:ext>
            </a:extLst>
          </p:cNvPr>
          <p:cNvSpPr/>
          <p:nvPr userDrawn="1"/>
        </p:nvSpPr>
        <p:spPr>
          <a:xfrm>
            <a:off x="19431000" y="3302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" name="Master_Pattern_Diamond">
            <a:extLst>
              <a:ext uri="{FF2B5EF4-FFF2-40B4-BE49-F238E27FC236}">
                <a16:creationId xmlns:a16="http://schemas.microsoft.com/office/drawing/2014/main" id="{17665F7D-ECBE-5830-BEF5-57623279DBBC}"/>
              </a:ext>
            </a:extLst>
          </p:cNvPr>
          <p:cNvSpPr/>
          <p:nvPr userDrawn="1"/>
        </p:nvSpPr>
        <p:spPr>
          <a:xfrm>
            <a:off x="18542000" y="4064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Master_Pattern_Dot">
            <a:extLst>
              <a:ext uri="{FF2B5EF4-FFF2-40B4-BE49-F238E27FC236}">
                <a16:creationId xmlns:a16="http://schemas.microsoft.com/office/drawing/2014/main" id="{E9030A15-D812-8FBB-9996-A4804B6BB015}"/>
              </a:ext>
            </a:extLst>
          </p:cNvPr>
          <p:cNvSpPr/>
          <p:nvPr userDrawn="1"/>
        </p:nvSpPr>
        <p:spPr>
          <a:xfrm>
            <a:off x="19431000" y="4826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" name="Master_Pattern_Diamond">
            <a:extLst>
              <a:ext uri="{FF2B5EF4-FFF2-40B4-BE49-F238E27FC236}">
                <a16:creationId xmlns:a16="http://schemas.microsoft.com/office/drawing/2014/main" id="{CF804C52-DF6D-EE49-8F53-64BA9643DB5C}"/>
              </a:ext>
            </a:extLst>
          </p:cNvPr>
          <p:cNvSpPr/>
          <p:nvPr userDrawn="1"/>
        </p:nvSpPr>
        <p:spPr>
          <a:xfrm>
            <a:off x="18542000" y="5588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" name="Master_Pattern_Dot">
            <a:extLst>
              <a:ext uri="{FF2B5EF4-FFF2-40B4-BE49-F238E27FC236}">
                <a16:creationId xmlns:a16="http://schemas.microsoft.com/office/drawing/2014/main" id="{185988D7-34CA-0BA4-E030-4E7A1A744349}"/>
              </a:ext>
            </a:extLst>
          </p:cNvPr>
          <p:cNvSpPr/>
          <p:nvPr userDrawn="1"/>
        </p:nvSpPr>
        <p:spPr>
          <a:xfrm>
            <a:off x="19431000" y="6350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" name="Master_Pattern_Diamond">
            <a:extLst>
              <a:ext uri="{FF2B5EF4-FFF2-40B4-BE49-F238E27FC236}">
                <a16:creationId xmlns:a16="http://schemas.microsoft.com/office/drawing/2014/main" id="{DC9B70DE-D485-E14B-9809-B3503ECCF3ED}"/>
              </a:ext>
            </a:extLst>
          </p:cNvPr>
          <p:cNvSpPr/>
          <p:nvPr userDrawn="1"/>
        </p:nvSpPr>
        <p:spPr>
          <a:xfrm>
            <a:off x="18542000" y="7112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" name="Master_Pattern_Dot">
            <a:extLst>
              <a:ext uri="{FF2B5EF4-FFF2-40B4-BE49-F238E27FC236}">
                <a16:creationId xmlns:a16="http://schemas.microsoft.com/office/drawing/2014/main" id="{6239EA1B-7657-637E-96D2-6A843B62CC0B}"/>
              </a:ext>
            </a:extLst>
          </p:cNvPr>
          <p:cNvSpPr/>
          <p:nvPr userDrawn="1"/>
        </p:nvSpPr>
        <p:spPr>
          <a:xfrm>
            <a:off x="19431000" y="7874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" name="Master_Pattern_Diamond">
            <a:extLst>
              <a:ext uri="{FF2B5EF4-FFF2-40B4-BE49-F238E27FC236}">
                <a16:creationId xmlns:a16="http://schemas.microsoft.com/office/drawing/2014/main" id="{47283BF4-78DA-3E20-CD45-B8C682C87C9E}"/>
              </a:ext>
            </a:extLst>
          </p:cNvPr>
          <p:cNvSpPr/>
          <p:nvPr userDrawn="1"/>
        </p:nvSpPr>
        <p:spPr>
          <a:xfrm>
            <a:off x="18542000" y="8636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" name="Master_Pattern_Dot">
            <a:extLst>
              <a:ext uri="{FF2B5EF4-FFF2-40B4-BE49-F238E27FC236}">
                <a16:creationId xmlns:a16="http://schemas.microsoft.com/office/drawing/2014/main" id="{8C2717BA-DD92-D2CD-888C-F4F88C050AEE}"/>
              </a:ext>
            </a:extLst>
          </p:cNvPr>
          <p:cNvSpPr/>
          <p:nvPr userDrawn="1"/>
        </p:nvSpPr>
        <p:spPr>
          <a:xfrm>
            <a:off x="19431000" y="9398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" name="Master_Pattern_Diamond">
            <a:extLst>
              <a:ext uri="{FF2B5EF4-FFF2-40B4-BE49-F238E27FC236}">
                <a16:creationId xmlns:a16="http://schemas.microsoft.com/office/drawing/2014/main" id="{305DE19E-4478-C4F3-E94A-E669C0A588D3}"/>
              </a:ext>
            </a:extLst>
          </p:cNvPr>
          <p:cNvSpPr/>
          <p:nvPr userDrawn="1"/>
        </p:nvSpPr>
        <p:spPr>
          <a:xfrm>
            <a:off x="18542000" y="10160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" name="Master_Pattern_Dot">
            <a:extLst>
              <a:ext uri="{FF2B5EF4-FFF2-40B4-BE49-F238E27FC236}">
                <a16:creationId xmlns:a16="http://schemas.microsoft.com/office/drawing/2014/main" id="{04F00CF6-D8A3-E66F-1D6B-095486541DC8}"/>
              </a:ext>
            </a:extLst>
          </p:cNvPr>
          <p:cNvSpPr/>
          <p:nvPr userDrawn="1"/>
        </p:nvSpPr>
        <p:spPr>
          <a:xfrm>
            <a:off x="19431000" y="10922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" name="Master_Pattern_Diamond">
            <a:extLst>
              <a:ext uri="{FF2B5EF4-FFF2-40B4-BE49-F238E27FC236}">
                <a16:creationId xmlns:a16="http://schemas.microsoft.com/office/drawing/2014/main" id="{4C6BF908-C23D-2EA9-FE78-34675B76E16E}"/>
              </a:ext>
            </a:extLst>
          </p:cNvPr>
          <p:cNvSpPr/>
          <p:nvPr userDrawn="1"/>
        </p:nvSpPr>
        <p:spPr>
          <a:xfrm>
            <a:off x="18542000" y="11684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Master_Pattern_Dot">
            <a:extLst>
              <a:ext uri="{FF2B5EF4-FFF2-40B4-BE49-F238E27FC236}">
                <a16:creationId xmlns:a16="http://schemas.microsoft.com/office/drawing/2014/main" id="{1BE70498-C2B7-51B5-E4E4-7A5DF457E50A}"/>
              </a:ext>
            </a:extLst>
          </p:cNvPr>
          <p:cNvSpPr/>
          <p:nvPr userDrawn="1"/>
        </p:nvSpPr>
        <p:spPr>
          <a:xfrm>
            <a:off x="19431000" y="12446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Master_Pattern_Diamond">
            <a:extLst>
              <a:ext uri="{FF2B5EF4-FFF2-40B4-BE49-F238E27FC236}">
                <a16:creationId xmlns:a16="http://schemas.microsoft.com/office/drawing/2014/main" id="{89C68330-7A19-3DF7-F95C-316946680597}"/>
              </a:ext>
            </a:extLst>
          </p:cNvPr>
          <p:cNvSpPr/>
          <p:nvPr userDrawn="1"/>
        </p:nvSpPr>
        <p:spPr>
          <a:xfrm>
            <a:off x="20320000" y="1016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Master_Pattern_Dot">
            <a:extLst>
              <a:ext uri="{FF2B5EF4-FFF2-40B4-BE49-F238E27FC236}">
                <a16:creationId xmlns:a16="http://schemas.microsoft.com/office/drawing/2014/main" id="{413B8897-8849-B3B2-4767-4A8662B39211}"/>
              </a:ext>
            </a:extLst>
          </p:cNvPr>
          <p:cNvSpPr/>
          <p:nvPr userDrawn="1"/>
        </p:nvSpPr>
        <p:spPr>
          <a:xfrm>
            <a:off x="21209000" y="1778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" name="Master_Pattern_Diamond">
            <a:extLst>
              <a:ext uri="{FF2B5EF4-FFF2-40B4-BE49-F238E27FC236}">
                <a16:creationId xmlns:a16="http://schemas.microsoft.com/office/drawing/2014/main" id="{BC73637C-01AF-1137-4ACA-C5A52D59AD7C}"/>
              </a:ext>
            </a:extLst>
          </p:cNvPr>
          <p:cNvSpPr/>
          <p:nvPr userDrawn="1"/>
        </p:nvSpPr>
        <p:spPr>
          <a:xfrm>
            <a:off x="20320000" y="2540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7" name="Master_Pattern_Dot">
            <a:extLst>
              <a:ext uri="{FF2B5EF4-FFF2-40B4-BE49-F238E27FC236}">
                <a16:creationId xmlns:a16="http://schemas.microsoft.com/office/drawing/2014/main" id="{ED72F599-8197-6447-D4C5-99D9B8882C2B}"/>
              </a:ext>
            </a:extLst>
          </p:cNvPr>
          <p:cNvSpPr/>
          <p:nvPr userDrawn="1"/>
        </p:nvSpPr>
        <p:spPr>
          <a:xfrm>
            <a:off x="21209000" y="3302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8" name="Master_Pattern_Diamond">
            <a:extLst>
              <a:ext uri="{FF2B5EF4-FFF2-40B4-BE49-F238E27FC236}">
                <a16:creationId xmlns:a16="http://schemas.microsoft.com/office/drawing/2014/main" id="{8E20802E-EDDD-C990-AFA6-323F36CF501E}"/>
              </a:ext>
            </a:extLst>
          </p:cNvPr>
          <p:cNvSpPr/>
          <p:nvPr userDrawn="1"/>
        </p:nvSpPr>
        <p:spPr>
          <a:xfrm>
            <a:off x="20320000" y="4064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Master_Pattern_Dot">
            <a:extLst>
              <a:ext uri="{FF2B5EF4-FFF2-40B4-BE49-F238E27FC236}">
                <a16:creationId xmlns:a16="http://schemas.microsoft.com/office/drawing/2014/main" id="{E4366B07-AD4C-C927-CEBE-116379E6F49D}"/>
              </a:ext>
            </a:extLst>
          </p:cNvPr>
          <p:cNvSpPr/>
          <p:nvPr userDrawn="1"/>
        </p:nvSpPr>
        <p:spPr>
          <a:xfrm>
            <a:off x="21209000" y="4826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0" name="Master_Pattern_Diamond">
            <a:extLst>
              <a:ext uri="{FF2B5EF4-FFF2-40B4-BE49-F238E27FC236}">
                <a16:creationId xmlns:a16="http://schemas.microsoft.com/office/drawing/2014/main" id="{AF77A70A-4B1E-B969-0DB9-8A4BD21EF565}"/>
              </a:ext>
            </a:extLst>
          </p:cNvPr>
          <p:cNvSpPr/>
          <p:nvPr userDrawn="1"/>
        </p:nvSpPr>
        <p:spPr>
          <a:xfrm>
            <a:off x="20320000" y="5588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" name="Master_Pattern_Dot">
            <a:extLst>
              <a:ext uri="{FF2B5EF4-FFF2-40B4-BE49-F238E27FC236}">
                <a16:creationId xmlns:a16="http://schemas.microsoft.com/office/drawing/2014/main" id="{BF56A2CC-B699-8D60-AF96-DAEC55760377}"/>
              </a:ext>
            </a:extLst>
          </p:cNvPr>
          <p:cNvSpPr/>
          <p:nvPr userDrawn="1"/>
        </p:nvSpPr>
        <p:spPr>
          <a:xfrm>
            <a:off x="21209000" y="6350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Master_Pattern_Diamond">
            <a:extLst>
              <a:ext uri="{FF2B5EF4-FFF2-40B4-BE49-F238E27FC236}">
                <a16:creationId xmlns:a16="http://schemas.microsoft.com/office/drawing/2014/main" id="{B374AC2E-8259-5583-96A4-5DC7E00590EE}"/>
              </a:ext>
            </a:extLst>
          </p:cNvPr>
          <p:cNvSpPr/>
          <p:nvPr userDrawn="1"/>
        </p:nvSpPr>
        <p:spPr>
          <a:xfrm>
            <a:off x="20320000" y="7112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" name="Master_Pattern_Dot">
            <a:extLst>
              <a:ext uri="{FF2B5EF4-FFF2-40B4-BE49-F238E27FC236}">
                <a16:creationId xmlns:a16="http://schemas.microsoft.com/office/drawing/2014/main" id="{EF8E01F2-A8F9-B256-06F5-992F4B227774}"/>
              </a:ext>
            </a:extLst>
          </p:cNvPr>
          <p:cNvSpPr/>
          <p:nvPr userDrawn="1"/>
        </p:nvSpPr>
        <p:spPr>
          <a:xfrm>
            <a:off x="21209000" y="7874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" name="Master_Pattern_Diamond">
            <a:extLst>
              <a:ext uri="{FF2B5EF4-FFF2-40B4-BE49-F238E27FC236}">
                <a16:creationId xmlns:a16="http://schemas.microsoft.com/office/drawing/2014/main" id="{86061668-42F5-DA59-AA9C-C5A909AA7AA4}"/>
              </a:ext>
            </a:extLst>
          </p:cNvPr>
          <p:cNvSpPr/>
          <p:nvPr userDrawn="1"/>
        </p:nvSpPr>
        <p:spPr>
          <a:xfrm>
            <a:off x="20320000" y="8636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" name="Master_Pattern_Dot">
            <a:extLst>
              <a:ext uri="{FF2B5EF4-FFF2-40B4-BE49-F238E27FC236}">
                <a16:creationId xmlns:a16="http://schemas.microsoft.com/office/drawing/2014/main" id="{DE9D70E3-0073-2F9F-A903-D9BA148E7573}"/>
              </a:ext>
            </a:extLst>
          </p:cNvPr>
          <p:cNvSpPr/>
          <p:nvPr userDrawn="1"/>
        </p:nvSpPr>
        <p:spPr>
          <a:xfrm>
            <a:off x="21209000" y="9398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6" name="Master_Pattern_Diamond">
            <a:extLst>
              <a:ext uri="{FF2B5EF4-FFF2-40B4-BE49-F238E27FC236}">
                <a16:creationId xmlns:a16="http://schemas.microsoft.com/office/drawing/2014/main" id="{A28BC6CC-8E9F-406D-06A2-2ACEA98D806E}"/>
              </a:ext>
            </a:extLst>
          </p:cNvPr>
          <p:cNvSpPr/>
          <p:nvPr userDrawn="1"/>
        </p:nvSpPr>
        <p:spPr>
          <a:xfrm>
            <a:off x="20320000" y="10160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Master_Pattern_Dot">
            <a:extLst>
              <a:ext uri="{FF2B5EF4-FFF2-40B4-BE49-F238E27FC236}">
                <a16:creationId xmlns:a16="http://schemas.microsoft.com/office/drawing/2014/main" id="{7CD010B5-6495-DB48-7325-2C88BD68F5A1}"/>
              </a:ext>
            </a:extLst>
          </p:cNvPr>
          <p:cNvSpPr/>
          <p:nvPr userDrawn="1"/>
        </p:nvSpPr>
        <p:spPr>
          <a:xfrm>
            <a:off x="21209000" y="10922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Master_Pattern_Diamond">
            <a:extLst>
              <a:ext uri="{FF2B5EF4-FFF2-40B4-BE49-F238E27FC236}">
                <a16:creationId xmlns:a16="http://schemas.microsoft.com/office/drawing/2014/main" id="{B1281A50-0891-589C-BA3C-9A200B582BA3}"/>
              </a:ext>
            </a:extLst>
          </p:cNvPr>
          <p:cNvSpPr/>
          <p:nvPr userDrawn="1"/>
        </p:nvSpPr>
        <p:spPr>
          <a:xfrm>
            <a:off x="20320000" y="11684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9" name="Master_Pattern_Dot">
            <a:extLst>
              <a:ext uri="{FF2B5EF4-FFF2-40B4-BE49-F238E27FC236}">
                <a16:creationId xmlns:a16="http://schemas.microsoft.com/office/drawing/2014/main" id="{7A2E0F57-1389-34B5-0719-7AEFC485BF09}"/>
              </a:ext>
            </a:extLst>
          </p:cNvPr>
          <p:cNvSpPr/>
          <p:nvPr userDrawn="1"/>
        </p:nvSpPr>
        <p:spPr>
          <a:xfrm>
            <a:off x="21209000" y="12446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0" name="Master_Pattern_Diamond">
            <a:extLst>
              <a:ext uri="{FF2B5EF4-FFF2-40B4-BE49-F238E27FC236}">
                <a16:creationId xmlns:a16="http://schemas.microsoft.com/office/drawing/2014/main" id="{9F3EBA42-5FCB-5F4E-6BCA-DADF5B4CDEA0}"/>
              </a:ext>
            </a:extLst>
          </p:cNvPr>
          <p:cNvSpPr/>
          <p:nvPr userDrawn="1"/>
        </p:nvSpPr>
        <p:spPr>
          <a:xfrm>
            <a:off x="22098000" y="1016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" name="Master_Pattern_Dot">
            <a:extLst>
              <a:ext uri="{FF2B5EF4-FFF2-40B4-BE49-F238E27FC236}">
                <a16:creationId xmlns:a16="http://schemas.microsoft.com/office/drawing/2014/main" id="{126D4CED-F306-192F-EEA8-A9EA6DED841A}"/>
              </a:ext>
            </a:extLst>
          </p:cNvPr>
          <p:cNvSpPr/>
          <p:nvPr userDrawn="1"/>
        </p:nvSpPr>
        <p:spPr>
          <a:xfrm>
            <a:off x="22987000" y="1778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2" name="Master_Pattern_Diamond">
            <a:extLst>
              <a:ext uri="{FF2B5EF4-FFF2-40B4-BE49-F238E27FC236}">
                <a16:creationId xmlns:a16="http://schemas.microsoft.com/office/drawing/2014/main" id="{DBC2B911-C8E5-8D1F-4B96-3EF8CD633BE3}"/>
              </a:ext>
            </a:extLst>
          </p:cNvPr>
          <p:cNvSpPr/>
          <p:nvPr userDrawn="1"/>
        </p:nvSpPr>
        <p:spPr>
          <a:xfrm>
            <a:off x="22098000" y="2540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3" name="Master_Pattern_Dot">
            <a:extLst>
              <a:ext uri="{FF2B5EF4-FFF2-40B4-BE49-F238E27FC236}">
                <a16:creationId xmlns:a16="http://schemas.microsoft.com/office/drawing/2014/main" id="{58B0E054-2BA1-C6B4-A3A8-B6580FC5E23A}"/>
              </a:ext>
            </a:extLst>
          </p:cNvPr>
          <p:cNvSpPr/>
          <p:nvPr userDrawn="1"/>
        </p:nvSpPr>
        <p:spPr>
          <a:xfrm>
            <a:off x="22987000" y="3302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" name="Master_Pattern_Diamond">
            <a:extLst>
              <a:ext uri="{FF2B5EF4-FFF2-40B4-BE49-F238E27FC236}">
                <a16:creationId xmlns:a16="http://schemas.microsoft.com/office/drawing/2014/main" id="{324D2386-F327-DB12-FF49-7F438EFCDEF8}"/>
              </a:ext>
            </a:extLst>
          </p:cNvPr>
          <p:cNvSpPr/>
          <p:nvPr userDrawn="1"/>
        </p:nvSpPr>
        <p:spPr>
          <a:xfrm>
            <a:off x="22098000" y="4064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" name="Master_Pattern_Dot">
            <a:extLst>
              <a:ext uri="{FF2B5EF4-FFF2-40B4-BE49-F238E27FC236}">
                <a16:creationId xmlns:a16="http://schemas.microsoft.com/office/drawing/2014/main" id="{C647E230-C332-AAD3-FBF5-B61B00E3F4B5}"/>
              </a:ext>
            </a:extLst>
          </p:cNvPr>
          <p:cNvSpPr/>
          <p:nvPr userDrawn="1"/>
        </p:nvSpPr>
        <p:spPr>
          <a:xfrm>
            <a:off x="22987000" y="4826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" name="Master_Pattern_Diamond">
            <a:extLst>
              <a:ext uri="{FF2B5EF4-FFF2-40B4-BE49-F238E27FC236}">
                <a16:creationId xmlns:a16="http://schemas.microsoft.com/office/drawing/2014/main" id="{83FD1A01-8FB9-B76B-93AC-0C8F2E256D01}"/>
              </a:ext>
            </a:extLst>
          </p:cNvPr>
          <p:cNvSpPr/>
          <p:nvPr userDrawn="1"/>
        </p:nvSpPr>
        <p:spPr>
          <a:xfrm>
            <a:off x="22098000" y="5588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" name="Master_Pattern_Dot">
            <a:extLst>
              <a:ext uri="{FF2B5EF4-FFF2-40B4-BE49-F238E27FC236}">
                <a16:creationId xmlns:a16="http://schemas.microsoft.com/office/drawing/2014/main" id="{06231134-2A74-8CBE-6968-9E7C36DB725A}"/>
              </a:ext>
            </a:extLst>
          </p:cNvPr>
          <p:cNvSpPr/>
          <p:nvPr userDrawn="1"/>
        </p:nvSpPr>
        <p:spPr>
          <a:xfrm>
            <a:off x="22987000" y="6350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" name="Master_Pattern_Diamond">
            <a:extLst>
              <a:ext uri="{FF2B5EF4-FFF2-40B4-BE49-F238E27FC236}">
                <a16:creationId xmlns:a16="http://schemas.microsoft.com/office/drawing/2014/main" id="{7ABB4A0D-E61F-6E20-5EC4-6132F4B78912}"/>
              </a:ext>
            </a:extLst>
          </p:cNvPr>
          <p:cNvSpPr/>
          <p:nvPr userDrawn="1"/>
        </p:nvSpPr>
        <p:spPr>
          <a:xfrm>
            <a:off x="22098000" y="7112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9" name="Master_Pattern_Dot">
            <a:extLst>
              <a:ext uri="{FF2B5EF4-FFF2-40B4-BE49-F238E27FC236}">
                <a16:creationId xmlns:a16="http://schemas.microsoft.com/office/drawing/2014/main" id="{8DC5CC53-6C47-879D-12E2-FD73B531FC94}"/>
              </a:ext>
            </a:extLst>
          </p:cNvPr>
          <p:cNvSpPr/>
          <p:nvPr userDrawn="1"/>
        </p:nvSpPr>
        <p:spPr>
          <a:xfrm>
            <a:off x="22987000" y="7874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" name="Master_Pattern_Diamond">
            <a:extLst>
              <a:ext uri="{FF2B5EF4-FFF2-40B4-BE49-F238E27FC236}">
                <a16:creationId xmlns:a16="http://schemas.microsoft.com/office/drawing/2014/main" id="{C6670919-F441-BC13-BB52-9BAC776603C9}"/>
              </a:ext>
            </a:extLst>
          </p:cNvPr>
          <p:cNvSpPr/>
          <p:nvPr userDrawn="1"/>
        </p:nvSpPr>
        <p:spPr>
          <a:xfrm>
            <a:off x="22098000" y="8636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" name="Master_Pattern_Dot">
            <a:extLst>
              <a:ext uri="{FF2B5EF4-FFF2-40B4-BE49-F238E27FC236}">
                <a16:creationId xmlns:a16="http://schemas.microsoft.com/office/drawing/2014/main" id="{6A880823-F279-41F1-1772-C2C31F1FD492}"/>
              </a:ext>
            </a:extLst>
          </p:cNvPr>
          <p:cNvSpPr/>
          <p:nvPr userDrawn="1"/>
        </p:nvSpPr>
        <p:spPr>
          <a:xfrm>
            <a:off x="22987000" y="9398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2" name="Master_Pattern_Diamond">
            <a:extLst>
              <a:ext uri="{FF2B5EF4-FFF2-40B4-BE49-F238E27FC236}">
                <a16:creationId xmlns:a16="http://schemas.microsoft.com/office/drawing/2014/main" id="{AF1B862F-44D4-49EF-CB82-914A7F9966F2}"/>
              </a:ext>
            </a:extLst>
          </p:cNvPr>
          <p:cNvSpPr/>
          <p:nvPr userDrawn="1"/>
        </p:nvSpPr>
        <p:spPr>
          <a:xfrm>
            <a:off x="22098000" y="10160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3" name="Master_Pattern_Dot">
            <a:extLst>
              <a:ext uri="{FF2B5EF4-FFF2-40B4-BE49-F238E27FC236}">
                <a16:creationId xmlns:a16="http://schemas.microsoft.com/office/drawing/2014/main" id="{58E512CD-DF29-DF6B-22F6-A3BCD635ADFE}"/>
              </a:ext>
            </a:extLst>
          </p:cNvPr>
          <p:cNvSpPr/>
          <p:nvPr userDrawn="1"/>
        </p:nvSpPr>
        <p:spPr>
          <a:xfrm>
            <a:off x="22987000" y="10922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4" name="Master_Pattern_Diamond">
            <a:extLst>
              <a:ext uri="{FF2B5EF4-FFF2-40B4-BE49-F238E27FC236}">
                <a16:creationId xmlns:a16="http://schemas.microsoft.com/office/drawing/2014/main" id="{FCB3E9B1-9673-2B72-CC8D-646FEC5C9653}"/>
              </a:ext>
            </a:extLst>
          </p:cNvPr>
          <p:cNvSpPr/>
          <p:nvPr userDrawn="1"/>
        </p:nvSpPr>
        <p:spPr>
          <a:xfrm>
            <a:off x="22098000" y="11684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5" name="Master_Pattern_Dot">
            <a:extLst>
              <a:ext uri="{FF2B5EF4-FFF2-40B4-BE49-F238E27FC236}">
                <a16:creationId xmlns:a16="http://schemas.microsoft.com/office/drawing/2014/main" id="{5DDF8BB2-BB7C-7854-55F8-DF4F004DD1F3}"/>
              </a:ext>
            </a:extLst>
          </p:cNvPr>
          <p:cNvSpPr/>
          <p:nvPr userDrawn="1"/>
        </p:nvSpPr>
        <p:spPr>
          <a:xfrm>
            <a:off x="22987000" y="12446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6" name="Master_Pattern_Diamond">
            <a:extLst>
              <a:ext uri="{FF2B5EF4-FFF2-40B4-BE49-F238E27FC236}">
                <a16:creationId xmlns:a16="http://schemas.microsoft.com/office/drawing/2014/main" id="{FF913712-B89C-CC7A-07E0-14C481408A53}"/>
              </a:ext>
            </a:extLst>
          </p:cNvPr>
          <p:cNvSpPr/>
          <p:nvPr userDrawn="1"/>
        </p:nvSpPr>
        <p:spPr>
          <a:xfrm>
            <a:off x="23876000" y="1016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7" name="Master_Pattern_Dot">
            <a:extLst>
              <a:ext uri="{FF2B5EF4-FFF2-40B4-BE49-F238E27FC236}">
                <a16:creationId xmlns:a16="http://schemas.microsoft.com/office/drawing/2014/main" id="{5B60A1DC-E126-43A6-9C71-31523E684F73}"/>
              </a:ext>
            </a:extLst>
          </p:cNvPr>
          <p:cNvSpPr/>
          <p:nvPr userDrawn="1"/>
        </p:nvSpPr>
        <p:spPr>
          <a:xfrm>
            <a:off x="24765000" y="1778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8" name="Master_Pattern_Diamond">
            <a:extLst>
              <a:ext uri="{FF2B5EF4-FFF2-40B4-BE49-F238E27FC236}">
                <a16:creationId xmlns:a16="http://schemas.microsoft.com/office/drawing/2014/main" id="{C708896F-9BF1-09DB-9D59-B689BD60CCDD}"/>
              </a:ext>
            </a:extLst>
          </p:cNvPr>
          <p:cNvSpPr/>
          <p:nvPr userDrawn="1"/>
        </p:nvSpPr>
        <p:spPr>
          <a:xfrm>
            <a:off x="23876000" y="2540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9" name="Master_Pattern_Dot">
            <a:extLst>
              <a:ext uri="{FF2B5EF4-FFF2-40B4-BE49-F238E27FC236}">
                <a16:creationId xmlns:a16="http://schemas.microsoft.com/office/drawing/2014/main" id="{9CCD8A32-E26A-AD48-6727-26C08F478370}"/>
              </a:ext>
            </a:extLst>
          </p:cNvPr>
          <p:cNvSpPr/>
          <p:nvPr userDrawn="1"/>
        </p:nvSpPr>
        <p:spPr>
          <a:xfrm>
            <a:off x="24765000" y="3302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0" name="Master_Pattern_Diamond">
            <a:extLst>
              <a:ext uri="{FF2B5EF4-FFF2-40B4-BE49-F238E27FC236}">
                <a16:creationId xmlns:a16="http://schemas.microsoft.com/office/drawing/2014/main" id="{007F93FD-F621-AB52-A5A4-532DD057393A}"/>
              </a:ext>
            </a:extLst>
          </p:cNvPr>
          <p:cNvSpPr/>
          <p:nvPr userDrawn="1"/>
        </p:nvSpPr>
        <p:spPr>
          <a:xfrm>
            <a:off x="23876000" y="4064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1" name="Master_Pattern_Dot">
            <a:extLst>
              <a:ext uri="{FF2B5EF4-FFF2-40B4-BE49-F238E27FC236}">
                <a16:creationId xmlns:a16="http://schemas.microsoft.com/office/drawing/2014/main" id="{166D2462-7D3A-DD28-C03E-82C78B500047}"/>
              </a:ext>
            </a:extLst>
          </p:cNvPr>
          <p:cNvSpPr/>
          <p:nvPr userDrawn="1"/>
        </p:nvSpPr>
        <p:spPr>
          <a:xfrm>
            <a:off x="24765000" y="4826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2" name="Master_Pattern_Diamond">
            <a:extLst>
              <a:ext uri="{FF2B5EF4-FFF2-40B4-BE49-F238E27FC236}">
                <a16:creationId xmlns:a16="http://schemas.microsoft.com/office/drawing/2014/main" id="{1B90F2B4-FD50-DEB1-8F38-99E9E292C255}"/>
              </a:ext>
            </a:extLst>
          </p:cNvPr>
          <p:cNvSpPr/>
          <p:nvPr userDrawn="1"/>
        </p:nvSpPr>
        <p:spPr>
          <a:xfrm>
            <a:off x="23876000" y="5588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3" name="Master_Pattern_Dot">
            <a:extLst>
              <a:ext uri="{FF2B5EF4-FFF2-40B4-BE49-F238E27FC236}">
                <a16:creationId xmlns:a16="http://schemas.microsoft.com/office/drawing/2014/main" id="{FCEB653C-618A-1340-6304-4D09E3FF8DA5}"/>
              </a:ext>
            </a:extLst>
          </p:cNvPr>
          <p:cNvSpPr/>
          <p:nvPr userDrawn="1"/>
        </p:nvSpPr>
        <p:spPr>
          <a:xfrm>
            <a:off x="24765000" y="6350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4" name="Master_Pattern_Diamond">
            <a:extLst>
              <a:ext uri="{FF2B5EF4-FFF2-40B4-BE49-F238E27FC236}">
                <a16:creationId xmlns:a16="http://schemas.microsoft.com/office/drawing/2014/main" id="{8A63CD88-BAC0-D702-A4F3-2A37A0980E2D}"/>
              </a:ext>
            </a:extLst>
          </p:cNvPr>
          <p:cNvSpPr/>
          <p:nvPr userDrawn="1"/>
        </p:nvSpPr>
        <p:spPr>
          <a:xfrm>
            <a:off x="23876000" y="7112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" name="Master_Pattern_Dot">
            <a:extLst>
              <a:ext uri="{FF2B5EF4-FFF2-40B4-BE49-F238E27FC236}">
                <a16:creationId xmlns:a16="http://schemas.microsoft.com/office/drawing/2014/main" id="{2666F39D-D3E8-F095-C2AD-B2753F076460}"/>
              </a:ext>
            </a:extLst>
          </p:cNvPr>
          <p:cNvSpPr/>
          <p:nvPr userDrawn="1"/>
        </p:nvSpPr>
        <p:spPr>
          <a:xfrm>
            <a:off x="24765000" y="7874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6" name="Master_Pattern_Diamond">
            <a:extLst>
              <a:ext uri="{FF2B5EF4-FFF2-40B4-BE49-F238E27FC236}">
                <a16:creationId xmlns:a16="http://schemas.microsoft.com/office/drawing/2014/main" id="{E7C6618C-196F-C828-8441-29B8F5F9FA79}"/>
              </a:ext>
            </a:extLst>
          </p:cNvPr>
          <p:cNvSpPr/>
          <p:nvPr userDrawn="1"/>
        </p:nvSpPr>
        <p:spPr>
          <a:xfrm>
            <a:off x="23876000" y="8636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7" name="Master_Pattern_Dot">
            <a:extLst>
              <a:ext uri="{FF2B5EF4-FFF2-40B4-BE49-F238E27FC236}">
                <a16:creationId xmlns:a16="http://schemas.microsoft.com/office/drawing/2014/main" id="{04DDDFDD-76F7-111E-1318-193B6C58E94B}"/>
              </a:ext>
            </a:extLst>
          </p:cNvPr>
          <p:cNvSpPr/>
          <p:nvPr userDrawn="1"/>
        </p:nvSpPr>
        <p:spPr>
          <a:xfrm>
            <a:off x="24765000" y="9398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8" name="Master_Pattern_Diamond">
            <a:extLst>
              <a:ext uri="{FF2B5EF4-FFF2-40B4-BE49-F238E27FC236}">
                <a16:creationId xmlns:a16="http://schemas.microsoft.com/office/drawing/2014/main" id="{EEAAFB70-166C-8616-6CB1-CA44559396CA}"/>
              </a:ext>
            </a:extLst>
          </p:cNvPr>
          <p:cNvSpPr/>
          <p:nvPr userDrawn="1"/>
        </p:nvSpPr>
        <p:spPr>
          <a:xfrm>
            <a:off x="23876000" y="10160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9" name="Master_Pattern_Dot">
            <a:extLst>
              <a:ext uri="{FF2B5EF4-FFF2-40B4-BE49-F238E27FC236}">
                <a16:creationId xmlns:a16="http://schemas.microsoft.com/office/drawing/2014/main" id="{A404A315-C726-FF82-3937-2EE99B0E9102}"/>
              </a:ext>
            </a:extLst>
          </p:cNvPr>
          <p:cNvSpPr/>
          <p:nvPr userDrawn="1"/>
        </p:nvSpPr>
        <p:spPr>
          <a:xfrm>
            <a:off x="24765000" y="10922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0" name="Master_Pattern_Diamond">
            <a:extLst>
              <a:ext uri="{FF2B5EF4-FFF2-40B4-BE49-F238E27FC236}">
                <a16:creationId xmlns:a16="http://schemas.microsoft.com/office/drawing/2014/main" id="{FF9F99B6-D20B-E8CD-3C91-2D4980D03DD5}"/>
              </a:ext>
            </a:extLst>
          </p:cNvPr>
          <p:cNvSpPr/>
          <p:nvPr userDrawn="1"/>
        </p:nvSpPr>
        <p:spPr>
          <a:xfrm>
            <a:off x="23876000" y="11684000"/>
            <a:ext cx="304800" cy="304800"/>
          </a:xfrm>
          <a:prstGeom prst="diamond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1" name="Master_Pattern_Dot">
            <a:extLst>
              <a:ext uri="{FF2B5EF4-FFF2-40B4-BE49-F238E27FC236}">
                <a16:creationId xmlns:a16="http://schemas.microsoft.com/office/drawing/2014/main" id="{5C334482-22E7-1A16-B9AE-C21ACD03196B}"/>
              </a:ext>
            </a:extLst>
          </p:cNvPr>
          <p:cNvSpPr/>
          <p:nvPr userDrawn="1"/>
        </p:nvSpPr>
        <p:spPr>
          <a:xfrm>
            <a:off x="24765000" y="12446000"/>
            <a:ext cx="76200" cy="76200"/>
          </a:xfrm>
          <a:prstGeom prst="ellipse">
            <a:avLst/>
          </a:prstGeom>
          <a:solidFill>
            <a:srgbClr val="EBF2FA">
              <a:alpha val="6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2" name="Master_TopPattern_T1_0">
            <a:extLst>
              <a:ext uri="{FF2B5EF4-FFF2-40B4-BE49-F238E27FC236}">
                <a16:creationId xmlns:a16="http://schemas.microsoft.com/office/drawing/2014/main" id="{A8587D2A-A438-1F6D-4982-6C454F7AD6FB}"/>
              </a:ext>
            </a:extLst>
          </p:cNvPr>
          <p:cNvSpPr/>
          <p:nvPr userDrawn="1"/>
        </p:nvSpPr>
        <p:spPr>
          <a:xfrm>
            <a:off x="1016000" y="381000"/>
            <a:ext cx="177800" cy="152400"/>
          </a:xfrm>
          <a:prstGeom prst="triangle">
            <a:avLst/>
          </a:prstGeom>
          <a:solidFill>
            <a:srgbClr val="CDA0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3" name="Master_TopPattern_T2_0">
            <a:extLst>
              <a:ext uri="{FF2B5EF4-FFF2-40B4-BE49-F238E27FC236}">
                <a16:creationId xmlns:a16="http://schemas.microsoft.com/office/drawing/2014/main" id="{C909CA8A-9498-6585-E7FE-BA7AFAD574B8}"/>
              </a:ext>
            </a:extLst>
          </p:cNvPr>
          <p:cNvSpPr/>
          <p:nvPr userDrawn="1"/>
        </p:nvSpPr>
        <p:spPr>
          <a:xfrm rot="10800000">
            <a:off x="1270000" y="381000"/>
            <a:ext cx="177800" cy="152400"/>
          </a:xfrm>
          <a:prstGeom prst="triangle">
            <a:avLst/>
          </a:prstGeom>
          <a:solidFill>
            <a:srgbClr val="A0AEC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4" name="Master_TopPattern_T1_1">
            <a:extLst>
              <a:ext uri="{FF2B5EF4-FFF2-40B4-BE49-F238E27FC236}">
                <a16:creationId xmlns:a16="http://schemas.microsoft.com/office/drawing/2014/main" id="{AAB2B056-E3E2-CF1D-2C7F-4EE7DA105FAE}"/>
              </a:ext>
            </a:extLst>
          </p:cNvPr>
          <p:cNvSpPr/>
          <p:nvPr userDrawn="1"/>
        </p:nvSpPr>
        <p:spPr>
          <a:xfrm>
            <a:off x="1828800" y="381000"/>
            <a:ext cx="177800" cy="152400"/>
          </a:xfrm>
          <a:prstGeom prst="triangle">
            <a:avLst/>
          </a:prstGeom>
          <a:solidFill>
            <a:srgbClr val="A0AEC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5" name="Master_TopPattern_T2_1">
            <a:extLst>
              <a:ext uri="{FF2B5EF4-FFF2-40B4-BE49-F238E27FC236}">
                <a16:creationId xmlns:a16="http://schemas.microsoft.com/office/drawing/2014/main" id="{15852E5E-A942-0447-640B-9D34E393884D}"/>
              </a:ext>
            </a:extLst>
          </p:cNvPr>
          <p:cNvSpPr/>
          <p:nvPr userDrawn="1"/>
        </p:nvSpPr>
        <p:spPr>
          <a:xfrm rot="10800000">
            <a:off x="2082800" y="381000"/>
            <a:ext cx="177800" cy="152400"/>
          </a:xfrm>
          <a:prstGeom prst="triangle">
            <a:avLst/>
          </a:prstGeom>
          <a:solidFill>
            <a:srgbClr val="CDA0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6" name="Master_TopPattern_T1_2">
            <a:extLst>
              <a:ext uri="{FF2B5EF4-FFF2-40B4-BE49-F238E27FC236}">
                <a16:creationId xmlns:a16="http://schemas.microsoft.com/office/drawing/2014/main" id="{E9697A4D-4959-F83B-62C1-25FC87D5EEA8}"/>
              </a:ext>
            </a:extLst>
          </p:cNvPr>
          <p:cNvSpPr/>
          <p:nvPr userDrawn="1"/>
        </p:nvSpPr>
        <p:spPr>
          <a:xfrm>
            <a:off x="2641600" y="381000"/>
            <a:ext cx="177800" cy="152400"/>
          </a:xfrm>
          <a:prstGeom prst="triangle">
            <a:avLst/>
          </a:prstGeom>
          <a:solidFill>
            <a:srgbClr val="CDA0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7" name="Master_TopPattern_T2_2">
            <a:extLst>
              <a:ext uri="{FF2B5EF4-FFF2-40B4-BE49-F238E27FC236}">
                <a16:creationId xmlns:a16="http://schemas.microsoft.com/office/drawing/2014/main" id="{BA21F437-B1F6-3A85-7174-032261FCDD52}"/>
              </a:ext>
            </a:extLst>
          </p:cNvPr>
          <p:cNvSpPr/>
          <p:nvPr userDrawn="1"/>
        </p:nvSpPr>
        <p:spPr>
          <a:xfrm rot="10800000">
            <a:off x="2895600" y="381000"/>
            <a:ext cx="177800" cy="152400"/>
          </a:xfrm>
          <a:prstGeom prst="triangle">
            <a:avLst/>
          </a:prstGeom>
          <a:solidFill>
            <a:srgbClr val="A0AEC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8" name="Master_TopPattern_T1_3">
            <a:extLst>
              <a:ext uri="{FF2B5EF4-FFF2-40B4-BE49-F238E27FC236}">
                <a16:creationId xmlns:a16="http://schemas.microsoft.com/office/drawing/2014/main" id="{82805981-1FEF-56FF-1734-E3BC967CCEC3}"/>
              </a:ext>
            </a:extLst>
          </p:cNvPr>
          <p:cNvSpPr/>
          <p:nvPr userDrawn="1"/>
        </p:nvSpPr>
        <p:spPr>
          <a:xfrm>
            <a:off x="3454400" y="381000"/>
            <a:ext cx="177800" cy="152400"/>
          </a:xfrm>
          <a:prstGeom prst="triangle">
            <a:avLst/>
          </a:prstGeom>
          <a:solidFill>
            <a:srgbClr val="A0AEC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9" name="Master_TopPattern_T2_3">
            <a:extLst>
              <a:ext uri="{FF2B5EF4-FFF2-40B4-BE49-F238E27FC236}">
                <a16:creationId xmlns:a16="http://schemas.microsoft.com/office/drawing/2014/main" id="{257B4464-4021-1F3D-057B-9A44BF19908E}"/>
              </a:ext>
            </a:extLst>
          </p:cNvPr>
          <p:cNvSpPr/>
          <p:nvPr userDrawn="1"/>
        </p:nvSpPr>
        <p:spPr>
          <a:xfrm rot="10800000">
            <a:off x="3708400" y="381000"/>
            <a:ext cx="177800" cy="152400"/>
          </a:xfrm>
          <a:prstGeom prst="triangle">
            <a:avLst/>
          </a:prstGeom>
          <a:solidFill>
            <a:srgbClr val="CDA0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0" name="Master_TopPattern_T1_4">
            <a:extLst>
              <a:ext uri="{FF2B5EF4-FFF2-40B4-BE49-F238E27FC236}">
                <a16:creationId xmlns:a16="http://schemas.microsoft.com/office/drawing/2014/main" id="{FAA174BD-87F3-CA7C-9732-162E6A944448}"/>
              </a:ext>
            </a:extLst>
          </p:cNvPr>
          <p:cNvSpPr/>
          <p:nvPr userDrawn="1"/>
        </p:nvSpPr>
        <p:spPr>
          <a:xfrm>
            <a:off x="4267200" y="381000"/>
            <a:ext cx="177800" cy="152400"/>
          </a:xfrm>
          <a:prstGeom prst="triangle">
            <a:avLst/>
          </a:prstGeom>
          <a:solidFill>
            <a:srgbClr val="CDA0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1" name="Master_TopPattern_T2_4">
            <a:extLst>
              <a:ext uri="{FF2B5EF4-FFF2-40B4-BE49-F238E27FC236}">
                <a16:creationId xmlns:a16="http://schemas.microsoft.com/office/drawing/2014/main" id="{96AAF609-E330-C4FC-4F48-6176066740F8}"/>
              </a:ext>
            </a:extLst>
          </p:cNvPr>
          <p:cNvSpPr/>
          <p:nvPr userDrawn="1"/>
        </p:nvSpPr>
        <p:spPr>
          <a:xfrm rot="10800000">
            <a:off x="4521200" y="381000"/>
            <a:ext cx="177800" cy="152400"/>
          </a:xfrm>
          <a:prstGeom prst="triangle">
            <a:avLst/>
          </a:prstGeom>
          <a:solidFill>
            <a:srgbClr val="A0AEC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2" name="Master_TopPattern_T1_5">
            <a:extLst>
              <a:ext uri="{FF2B5EF4-FFF2-40B4-BE49-F238E27FC236}">
                <a16:creationId xmlns:a16="http://schemas.microsoft.com/office/drawing/2014/main" id="{6BAC66AB-0BE5-9002-BF09-F3A6D2C36F7D}"/>
              </a:ext>
            </a:extLst>
          </p:cNvPr>
          <p:cNvSpPr/>
          <p:nvPr userDrawn="1"/>
        </p:nvSpPr>
        <p:spPr>
          <a:xfrm>
            <a:off x="5080000" y="381000"/>
            <a:ext cx="177800" cy="152400"/>
          </a:xfrm>
          <a:prstGeom prst="triangle">
            <a:avLst/>
          </a:prstGeom>
          <a:solidFill>
            <a:srgbClr val="A0AEC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3" name="Master_TopPattern_T2_5">
            <a:extLst>
              <a:ext uri="{FF2B5EF4-FFF2-40B4-BE49-F238E27FC236}">
                <a16:creationId xmlns:a16="http://schemas.microsoft.com/office/drawing/2014/main" id="{46B1729C-712A-0B43-7BBF-A06AE492358C}"/>
              </a:ext>
            </a:extLst>
          </p:cNvPr>
          <p:cNvSpPr/>
          <p:nvPr userDrawn="1"/>
        </p:nvSpPr>
        <p:spPr>
          <a:xfrm rot="10800000">
            <a:off x="5334000" y="381000"/>
            <a:ext cx="177800" cy="152400"/>
          </a:xfrm>
          <a:prstGeom prst="triangle">
            <a:avLst/>
          </a:prstGeom>
          <a:solidFill>
            <a:srgbClr val="CDA0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4" name="Master_TopPattern_T1_6">
            <a:extLst>
              <a:ext uri="{FF2B5EF4-FFF2-40B4-BE49-F238E27FC236}">
                <a16:creationId xmlns:a16="http://schemas.microsoft.com/office/drawing/2014/main" id="{4296CB88-7E7C-410E-CD2B-248898A7FDA2}"/>
              </a:ext>
            </a:extLst>
          </p:cNvPr>
          <p:cNvSpPr/>
          <p:nvPr userDrawn="1"/>
        </p:nvSpPr>
        <p:spPr>
          <a:xfrm>
            <a:off x="5892800" y="381000"/>
            <a:ext cx="177800" cy="152400"/>
          </a:xfrm>
          <a:prstGeom prst="triangle">
            <a:avLst/>
          </a:prstGeom>
          <a:solidFill>
            <a:srgbClr val="CDA0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5" name="Master_TopPattern_T2_6">
            <a:extLst>
              <a:ext uri="{FF2B5EF4-FFF2-40B4-BE49-F238E27FC236}">
                <a16:creationId xmlns:a16="http://schemas.microsoft.com/office/drawing/2014/main" id="{402FFD6F-F63C-8546-F2EA-141A7DB62325}"/>
              </a:ext>
            </a:extLst>
          </p:cNvPr>
          <p:cNvSpPr/>
          <p:nvPr userDrawn="1"/>
        </p:nvSpPr>
        <p:spPr>
          <a:xfrm rot="10800000">
            <a:off x="6146800" y="381000"/>
            <a:ext cx="177800" cy="152400"/>
          </a:xfrm>
          <a:prstGeom prst="triangle">
            <a:avLst/>
          </a:prstGeom>
          <a:solidFill>
            <a:srgbClr val="A0AEC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6" name="Master_TopPattern_T1_7">
            <a:extLst>
              <a:ext uri="{FF2B5EF4-FFF2-40B4-BE49-F238E27FC236}">
                <a16:creationId xmlns:a16="http://schemas.microsoft.com/office/drawing/2014/main" id="{D233C8C1-46D1-5202-5483-3FD3FDD05D6B}"/>
              </a:ext>
            </a:extLst>
          </p:cNvPr>
          <p:cNvSpPr/>
          <p:nvPr userDrawn="1"/>
        </p:nvSpPr>
        <p:spPr>
          <a:xfrm>
            <a:off x="6705600" y="381000"/>
            <a:ext cx="177800" cy="152400"/>
          </a:xfrm>
          <a:prstGeom prst="triangle">
            <a:avLst/>
          </a:prstGeom>
          <a:solidFill>
            <a:srgbClr val="A0AEC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7" name="Master_TopPattern_T2_7">
            <a:extLst>
              <a:ext uri="{FF2B5EF4-FFF2-40B4-BE49-F238E27FC236}">
                <a16:creationId xmlns:a16="http://schemas.microsoft.com/office/drawing/2014/main" id="{9D358666-BE40-1774-3146-DB0D798592AF}"/>
              </a:ext>
            </a:extLst>
          </p:cNvPr>
          <p:cNvSpPr/>
          <p:nvPr userDrawn="1"/>
        </p:nvSpPr>
        <p:spPr>
          <a:xfrm rot="10800000">
            <a:off x="6959600" y="381000"/>
            <a:ext cx="177800" cy="152400"/>
          </a:xfrm>
          <a:prstGeom prst="triangle">
            <a:avLst/>
          </a:prstGeom>
          <a:solidFill>
            <a:srgbClr val="CDA0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8" name="Master_TopPattern_T1_8">
            <a:extLst>
              <a:ext uri="{FF2B5EF4-FFF2-40B4-BE49-F238E27FC236}">
                <a16:creationId xmlns:a16="http://schemas.microsoft.com/office/drawing/2014/main" id="{656E8C06-A02F-610D-C2FB-879CDEF02540}"/>
              </a:ext>
            </a:extLst>
          </p:cNvPr>
          <p:cNvSpPr/>
          <p:nvPr userDrawn="1"/>
        </p:nvSpPr>
        <p:spPr>
          <a:xfrm>
            <a:off x="7518400" y="381000"/>
            <a:ext cx="177800" cy="152400"/>
          </a:xfrm>
          <a:prstGeom prst="triangle">
            <a:avLst/>
          </a:prstGeom>
          <a:solidFill>
            <a:srgbClr val="CDA0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" name="Master_TopPattern_T2_8">
            <a:extLst>
              <a:ext uri="{FF2B5EF4-FFF2-40B4-BE49-F238E27FC236}">
                <a16:creationId xmlns:a16="http://schemas.microsoft.com/office/drawing/2014/main" id="{14F64477-8FC4-6442-4CA5-63F74049F01F}"/>
              </a:ext>
            </a:extLst>
          </p:cNvPr>
          <p:cNvSpPr/>
          <p:nvPr userDrawn="1"/>
        </p:nvSpPr>
        <p:spPr>
          <a:xfrm rot="10800000">
            <a:off x="7772400" y="381000"/>
            <a:ext cx="177800" cy="152400"/>
          </a:xfrm>
          <a:prstGeom prst="triangle">
            <a:avLst/>
          </a:prstGeom>
          <a:solidFill>
            <a:srgbClr val="A0AEC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0" name="Master_TopPattern_T1_9">
            <a:extLst>
              <a:ext uri="{FF2B5EF4-FFF2-40B4-BE49-F238E27FC236}">
                <a16:creationId xmlns:a16="http://schemas.microsoft.com/office/drawing/2014/main" id="{2C2C36CD-532B-D2AB-9F8F-E8352FD4F343}"/>
              </a:ext>
            </a:extLst>
          </p:cNvPr>
          <p:cNvSpPr/>
          <p:nvPr userDrawn="1"/>
        </p:nvSpPr>
        <p:spPr>
          <a:xfrm>
            <a:off x="8331200" y="381000"/>
            <a:ext cx="177800" cy="152400"/>
          </a:xfrm>
          <a:prstGeom prst="triangle">
            <a:avLst/>
          </a:prstGeom>
          <a:solidFill>
            <a:srgbClr val="A0AEC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1" name="Master_TopPattern_T2_9">
            <a:extLst>
              <a:ext uri="{FF2B5EF4-FFF2-40B4-BE49-F238E27FC236}">
                <a16:creationId xmlns:a16="http://schemas.microsoft.com/office/drawing/2014/main" id="{7F488D69-FB08-1F2F-7ACE-FE7EFCEDE3ED}"/>
              </a:ext>
            </a:extLst>
          </p:cNvPr>
          <p:cNvSpPr/>
          <p:nvPr userDrawn="1"/>
        </p:nvSpPr>
        <p:spPr>
          <a:xfrm rot="10800000">
            <a:off x="8585200" y="381000"/>
            <a:ext cx="177800" cy="152400"/>
          </a:xfrm>
          <a:prstGeom prst="triangle">
            <a:avLst/>
          </a:prstGeom>
          <a:solidFill>
            <a:srgbClr val="CDA0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2" name="Master_TopPattern_T1_10">
            <a:extLst>
              <a:ext uri="{FF2B5EF4-FFF2-40B4-BE49-F238E27FC236}">
                <a16:creationId xmlns:a16="http://schemas.microsoft.com/office/drawing/2014/main" id="{3C67BFCA-4E36-3A46-51A7-EA67B430256D}"/>
              </a:ext>
            </a:extLst>
          </p:cNvPr>
          <p:cNvSpPr/>
          <p:nvPr userDrawn="1"/>
        </p:nvSpPr>
        <p:spPr>
          <a:xfrm>
            <a:off x="9144000" y="381000"/>
            <a:ext cx="177800" cy="152400"/>
          </a:xfrm>
          <a:prstGeom prst="triangle">
            <a:avLst/>
          </a:prstGeom>
          <a:solidFill>
            <a:srgbClr val="CDA0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3" name="Master_TopPattern_T2_10">
            <a:extLst>
              <a:ext uri="{FF2B5EF4-FFF2-40B4-BE49-F238E27FC236}">
                <a16:creationId xmlns:a16="http://schemas.microsoft.com/office/drawing/2014/main" id="{8EB1579D-ADB9-63E2-5DA1-546C78FECCCE}"/>
              </a:ext>
            </a:extLst>
          </p:cNvPr>
          <p:cNvSpPr/>
          <p:nvPr userDrawn="1"/>
        </p:nvSpPr>
        <p:spPr>
          <a:xfrm rot="10800000">
            <a:off x="9398000" y="381000"/>
            <a:ext cx="177800" cy="152400"/>
          </a:xfrm>
          <a:prstGeom prst="triangle">
            <a:avLst/>
          </a:prstGeom>
          <a:solidFill>
            <a:srgbClr val="A0AEC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4" name="Master_TopPattern_T1_11">
            <a:extLst>
              <a:ext uri="{FF2B5EF4-FFF2-40B4-BE49-F238E27FC236}">
                <a16:creationId xmlns:a16="http://schemas.microsoft.com/office/drawing/2014/main" id="{1936BB99-FCD2-2C39-BFD6-13243A5675A3}"/>
              </a:ext>
            </a:extLst>
          </p:cNvPr>
          <p:cNvSpPr/>
          <p:nvPr userDrawn="1"/>
        </p:nvSpPr>
        <p:spPr>
          <a:xfrm>
            <a:off x="9956800" y="381000"/>
            <a:ext cx="177800" cy="152400"/>
          </a:xfrm>
          <a:prstGeom prst="triangle">
            <a:avLst/>
          </a:prstGeom>
          <a:solidFill>
            <a:srgbClr val="A0AEC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5" name="Master_TopPattern_T2_11">
            <a:extLst>
              <a:ext uri="{FF2B5EF4-FFF2-40B4-BE49-F238E27FC236}">
                <a16:creationId xmlns:a16="http://schemas.microsoft.com/office/drawing/2014/main" id="{57511199-7046-F13F-4623-A0EA8C1920AD}"/>
              </a:ext>
            </a:extLst>
          </p:cNvPr>
          <p:cNvSpPr/>
          <p:nvPr userDrawn="1"/>
        </p:nvSpPr>
        <p:spPr>
          <a:xfrm rot="10800000">
            <a:off x="10210800" y="381000"/>
            <a:ext cx="177800" cy="152400"/>
          </a:xfrm>
          <a:prstGeom prst="triangle">
            <a:avLst/>
          </a:prstGeom>
          <a:solidFill>
            <a:srgbClr val="CDA0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6" name="Master_TopPattern_T1_12">
            <a:extLst>
              <a:ext uri="{FF2B5EF4-FFF2-40B4-BE49-F238E27FC236}">
                <a16:creationId xmlns:a16="http://schemas.microsoft.com/office/drawing/2014/main" id="{A1FB4B97-8DD5-4028-0A94-6DE63FB2A689}"/>
              </a:ext>
            </a:extLst>
          </p:cNvPr>
          <p:cNvSpPr/>
          <p:nvPr userDrawn="1"/>
        </p:nvSpPr>
        <p:spPr>
          <a:xfrm>
            <a:off x="10769600" y="381000"/>
            <a:ext cx="177800" cy="152400"/>
          </a:xfrm>
          <a:prstGeom prst="triangle">
            <a:avLst/>
          </a:prstGeom>
          <a:solidFill>
            <a:srgbClr val="CDA0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7" name="Master_TopPattern_T2_12">
            <a:extLst>
              <a:ext uri="{FF2B5EF4-FFF2-40B4-BE49-F238E27FC236}">
                <a16:creationId xmlns:a16="http://schemas.microsoft.com/office/drawing/2014/main" id="{6CA1D10E-0EDB-7E16-9B53-55AA581CDE4B}"/>
              </a:ext>
            </a:extLst>
          </p:cNvPr>
          <p:cNvSpPr/>
          <p:nvPr userDrawn="1"/>
        </p:nvSpPr>
        <p:spPr>
          <a:xfrm rot="10800000">
            <a:off x="11023600" y="381000"/>
            <a:ext cx="177800" cy="152400"/>
          </a:xfrm>
          <a:prstGeom prst="triangle">
            <a:avLst/>
          </a:prstGeom>
          <a:solidFill>
            <a:srgbClr val="A0AEC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8" name="Master_TopPattern_T1_13">
            <a:extLst>
              <a:ext uri="{FF2B5EF4-FFF2-40B4-BE49-F238E27FC236}">
                <a16:creationId xmlns:a16="http://schemas.microsoft.com/office/drawing/2014/main" id="{0CE06C6B-A25C-A6FD-F604-CEBC8BC5AEBE}"/>
              </a:ext>
            </a:extLst>
          </p:cNvPr>
          <p:cNvSpPr/>
          <p:nvPr userDrawn="1"/>
        </p:nvSpPr>
        <p:spPr>
          <a:xfrm>
            <a:off x="11582400" y="381000"/>
            <a:ext cx="177800" cy="152400"/>
          </a:xfrm>
          <a:prstGeom prst="triangle">
            <a:avLst/>
          </a:prstGeom>
          <a:solidFill>
            <a:srgbClr val="A0AEC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9" name="Master_TopPattern_T2_13">
            <a:extLst>
              <a:ext uri="{FF2B5EF4-FFF2-40B4-BE49-F238E27FC236}">
                <a16:creationId xmlns:a16="http://schemas.microsoft.com/office/drawing/2014/main" id="{791EB913-9B37-5595-8A5C-B2830F319D23}"/>
              </a:ext>
            </a:extLst>
          </p:cNvPr>
          <p:cNvSpPr/>
          <p:nvPr userDrawn="1"/>
        </p:nvSpPr>
        <p:spPr>
          <a:xfrm rot="10800000">
            <a:off x="11836400" y="381000"/>
            <a:ext cx="177800" cy="152400"/>
          </a:xfrm>
          <a:prstGeom prst="triangle">
            <a:avLst/>
          </a:prstGeom>
          <a:solidFill>
            <a:srgbClr val="CDA0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0" name="Master_TopPattern_T1_14">
            <a:extLst>
              <a:ext uri="{FF2B5EF4-FFF2-40B4-BE49-F238E27FC236}">
                <a16:creationId xmlns:a16="http://schemas.microsoft.com/office/drawing/2014/main" id="{C76F670F-21BE-F3CC-0508-F84C6E62ED48}"/>
              </a:ext>
            </a:extLst>
          </p:cNvPr>
          <p:cNvSpPr/>
          <p:nvPr userDrawn="1"/>
        </p:nvSpPr>
        <p:spPr>
          <a:xfrm>
            <a:off x="12395200" y="381000"/>
            <a:ext cx="177800" cy="152400"/>
          </a:xfrm>
          <a:prstGeom prst="triangle">
            <a:avLst/>
          </a:prstGeom>
          <a:solidFill>
            <a:srgbClr val="CDA0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1" name="Master_TopPattern_T2_14">
            <a:extLst>
              <a:ext uri="{FF2B5EF4-FFF2-40B4-BE49-F238E27FC236}">
                <a16:creationId xmlns:a16="http://schemas.microsoft.com/office/drawing/2014/main" id="{2A7FB176-FE81-4C29-88DF-DF2388EC275B}"/>
              </a:ext>
            </a:extLst>
          </p:cNvPr>
          <p:cNvSpPr/>
          <p:nvPr userDrawn="1"/>
        </p:nvSpPr>
        <p:spPr>
          <a:xfrm rot="10800000">
            <a:off x="12649200" y="381000"/>
            <a:ext cx="177800" cy="152400"/>
          </a:xfrm>
          <a:prstGeom prst="triangle">
            <a:avLst/>
          </a:prstGeom>
          <a:solidFill>
            <a:srgbClr val="A0AEC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2" name="Master_TopPattern_T1_15">
            <a:extLst>
              <a:ext uri="{FF2B5EF4-FFF2-40B4-BE49-F238E27FC236}">
                <a16:creationId xmlns:a16="http://schemas.microsoft.com/office/drawing/2014/main" id="{C065219D-392F-C9BE-C639-BA7136E5179D}"/>
              </a:ext>
            </a:extLst>
          </p:cNvPr>
          <p:cNvSpPr/>
          <p:nvPr userDrawn="1"/>
        </p:nvSpPr>
        <p:spPr>
          <a:xfrm>
            <a:off x="13208000" y="381000"/>
            <a:ext cx="177800" cy="152400"/>
          </a:xfrm>
          <a:prstGeom prst="triangle">
            <a:avLst/>
          </a:prstGeom>
          <a:solidFill>
            <a:srgbClr val="A0AEC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3" name="Master_TopPattern_T2_15">
            <a:extLst>
              <a:ext uri="{FF2B5EF4-FFF2-40B4-BE49-F238E27FC236}">
                <a16:creationId xmlns:a16="http://schemas.microsoft.com/office/drawing/2014/main" id="{438CC05E-7706-BEBA-1A71-B55631BDCA62}"/>
              </a:ext>
            </a:extLst>
          </p:cNvPr>
          <p:cNvSpPr/>
          <p:nvPr userDrawn="1"/>
        </p:nvSpPr>
        <p:spPr>
          <a:xfrm rot="10800000">
            <a:off x="13462000" y="381000"/>
            <a:ext cx="177800" cy="152400"/>
          </a:xfrm>
          <a:prstGeom prst="triangle">
            <a:avLst/>
          </a:prstGeom>
          <a:solidFill>
            <a:srgbClr val="CDA0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4" name="Master_TopPattern_T1_16">
            <a:extLst>
              <a:ext uri="{FF2B5EF4-FFF2-40B4-BE49-F238E27FC236}">
                <a16:creationId xmlns:a16="http://schemas.microsoft.com/office/drawing/2014/main" id="{B0A2134E-08A6-5144-773E-0DD3CD8FC96B}"/>
              </a:ext>
            </a:extLst>
          </p:cNvPr>
          <p:cNvSpPr/>
          <p:nvPr userDrawn="1"/>
        </p:nvSpPr>
        <p:spPr>
          <a:xfrm>
            <a:off x="14020800" y="381000"/>
            <a:ext cx="177800" cy="152400"/>
          </a:xfrm>
          <a:prstGeom prst="triangle">
            <a:avLst/>
          </a:prstGeom>
          <a:solidFill>
            <a:srgbClr val="CDA0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5" name="Master_TopPattern_T2_16">
            <a:extLst>
              <a:ext uri="{FF2B5EF4-FFF2-40B4-BE49-F238E27FC236}">
                <a16:creationId xmlns:a16="http://schemas.microsoft.com/office/drawing/2014/main" id="{9F8ADFFE-307E-EA78-B753-84889267A1EC}"/>
              </a:ext>
            </a:extLst>
          </p:cNvPr>
          <p:cNvSpPr/>
          <p:nvPr userDrawn="1"/>
        </p:nvSpPr>
        <p:spPr>
          <a:xfrm rot="10800000">
            <a:off x="14274800" y="381000"/>
            <a:ext cx="177800" cy="152400"/>
          </a:xfrm>
          <a:prstGeom prst="triangle">
            <a:avLst/>
          </a:prstGeom>
          <a:solidFill>
            <a:srgbClr val="A0AEC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6" name="Master_TopPattern_T1_17">
            <a:extLst>
              <a:ext uri="{FF2B5EF4-FFF2-40B4-BE49-F238E27FC236}">
                <a16:creationId xmlns:a16="http://schemas.microsoft.com/office/drawing/2014/main" id="{E8FC694C-9472-57CD-9974-5D9A472CCC89}"/>
              </a:ext>
            </a:extLst>
          </p:cNvPr>
          <p:cNvSpPr/>
          <p:nvPr userDrawn="1"/>
        </p:nvSpPr>
        <p:spPr>
          <a:xfrm>
            <a:off x="14833600" y="381000"/>
            <a:ext cx="177800" cy="152400"/>
          </a:xfrm>
          <a:prstGeom prst="triangle">
            <a:avLst/>
          </a:prstGeom>
          <a:solidFill>
            <a:srgbClr val="A0AEC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7" name="Master_TopPattern_T2_17">
            <a:extLst>
              <a:ext uri="{FF2B5EF4-FFF2-40B4-BE49-F238E27FC236}">
                <a16:creationId xmlns:a16="http://schemas.microsoft.com/office/drawing/2014/main" id="{9015127C-C03B-4ED7-F0C6-F714861A5A20}"/>
              </a:ext>
            </a:extLst>
          </p:cNvPr>
          <p:cNvSpPr/>
          <p:nvPr userDrawn="1"/>
        </p:nvSpPr>
        <p:spPr>
          <a:xfrm rot="10800000">
            <a:off x="15087600" y="381000"/>
            <a:ext cx="177800" cy="152400"/>
          </a:xfrm>
          <a:prstGeom prst="triangle">
            <a:avLst/>
          </a:prstGeom>
          <a:solidFill>
            <a:srgbClr val="CDA0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8" name="Master_TopPattern_T1_18">
            <a:extLst>
              <a:ext uri="{FF2B5EF4-FFF2-40B4-BE49-F238E27FC236}">
                <a16:creationId xmlns:a16="http://schemas.microsoft.com/office/drawing/2014/main" id="{F5FF0317-C015-19AE-0629-74C50534A6EB}"/>
              </a:ext>
            </a:extLst>
          </p:cNvPr>
          <p:cNvSpPr/>
          <p:nvPr userDrawn="1"/>
        </p:nvSpPr>
        <p:spPr>
          <a:xfrm>
            <a:off x="15646400" y="381000"/>
            <a:ext cx="177800" cy="152400"/>
          </a:xfrm>
          <a:prstGeom prst="triangle">
            <a:avLst/>
          </a:prstGeom>
          <a:solidFill>
            <a:srgbClr val="CDA0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9" name="Master_TopPattern_T2_18">
            <a:extLst>
              <a:ext uri="{FF2B5EF4-FFF2-40B4-BE49-F238E27FC236}">
                <a16:creationId xmlns:a16="http://schemas.microsoft.com/office/drawing/2014/main" id="{DD29821A-07AC-927C-4499-F5D009A38A66}"/>
              </a:ext>
            </a:extLst>
          </p:cNvPr>
          <p:cNvSpPr/>
          <p:nvPr userDrawn="1"/>
        </p:nvSpPr>
        <p:spPr>
          <a:xfrm rot="10800000">
            <a:off x="15900400" y="381000"/>
            <a:ext cx="177800" cy="152400"/>
          </a:xfrm>
          <a:prstGeom prst="triangle">
            <a:avLst/>
          </a:prstGeom>
          <a:solidFill>
            <a:srgbClr val="A0AEC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0" name="Master_TopPattern_T1_19">
            <a:extLst>
              <a:ext uri="{FF2B5EF4-FFF2-40B4-BE49-F238E27FC236}">
                <a16:creationId xmlns:a16="http://schemas.microsoft.com/office/drawing/2014/main" id="{CDE18FF0-B96E-2D68-08FA-6C96EED86C00}"/>
              </a:ext>
            </a:extLst>
          </p:cNvPr>
          <p:cNvSpPr/>
          <p:nvPr userDrawn="1"/>
        </p:nvSpPr>
        <p:spPr>
          <a:xfrm>
            <a:off x="16459200" y="381000"/>
            <a:ext cx="177800" cy="152400"/>
          </a:xfrm>
          <a:prstGeom prst="triangle">
            <a:avLst/>
          </a:prstGeom>
          <a:solidFill>
            <a:srgbClr val="A0AEC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1" name="Master_TopPattern_T2_19">
            <a:extLst>
              <a:ext uri="{FF2B5EF4-FFF2-40B4-BE49-F238E27FC236}">
                <a16:creationId xmlns:a16="http://schemas.microsoft.com/office/drawing/2014/main" id="{A00F3CDD-15ED-1279-B320-B4FE9C035542}"/>
              </a:ext>
            </a:extLst>
          </p:cNvPr>
          <p:cNvSpPr/>
          <p:nvPr userDrawn="1"/>
        </p:nvSpPr>
        <p:spPr>
          <a:xfrm rot="10800000">
            <a:off x="16713200" y="381000"/>
            <a:ext cx="177800" cy="152400"/>
          </a:xfrm>
          <a:prstGeom prst="triangle">
            <a:avLst/>
          </a:prstGeom>
          <a:solidFill>
            <a:srgbClr val="CDA0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2" name="Master_TopPattern_T1_20">
            <a:extLst>
              <a:ext uri="{FF2B5EF4-FFF2-40B4-BE49-F238E27FC236}">
                <a16:creationId xmlns:a16="http://schemas.microsoft.com/office/drawing/2014/main" id="{C408F153-1DA2-51B3-D094-CA47F56FB986}"/>
              </a:ext>
            </a:extLst>
          </p:cNvPr>
          <p:cNvSpPr/>
          <p:nvPr userDrawn="1"/>
        </p:nvSpPr>
        <p:spPr>
          <a:xfrm>
            <a:off x="17272000" y="381000"/>
            <a:ext cx="177800" cy="152400"/>
          </a:xfrm>
          <a:prstGeom prst="triangle">
            <a:avLst/>
          </a:prstGeom>
          <a:solidFill>
            <a:srgbClr val="CDA0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3" name="Master_TopPattern_T2_20">
            <a:extLst>
              <a:ext uri="{FF2B5EF4-FFF2-40B4-BE49-F238E27FC236}">
                <a16:creationId xmlns:a16="http://schemas.microsoft.com/office/drawing/2014/main" id="{241901D6-EB3F-2AF4-AAC5-D3589DF933AB}"/>
              </a:ext>
            </a:extLst>
          </p:cNvPr>
          <p:cNvSpPr/>
          <p:nvPr userDrawn="1"/>
        </p:nvSpPr>
        <p:spPr>
          <a:xfrm rot="10800000">
            <a:off x="17526000" y="381000"/>
            <a:ext cx="177800" cy="152400"/>
          </a:xfrm>
          <a:prstGeom prst="triangle">
            <a:avLst/>
          </a:prstGeom>
          <a:solidFill>
            <a:srgbClr val="A0AEC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4" name="Master_TopPattern_T1_21">
            <a:extLst>
              <a:ext uri="{FF2B5EF4-FFF2-40B4-BE49-F238E27FC236}">
                <a16:creationId xmlns:a16="http://schemas.microsoft.com/office/drawing/2014/main" id="{FBB9BE2B-CF4F-9D97-EF4B-84163CC2E043}"/>
              </a:ext>
            </a:extLst>
          </p:cNvPr>
          <p:cNvSpPr/>
          <p:nvPr userDrawn="1"/>
        </p:nvSpPr>
        <p:spPr>
          <a:xfrm>
            <a:off x="18084800" y="381000"/>
            <a:ext cx="177800" cy="152400"/>
          </a:xfrm>
          <a:prstGeom prst="triangle">
            <a:avLst/>
          </a:prstGeom>
          <a:solidFill>
            <a:srgbClr val="A0AEC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5" name="Master_TopPattern_T2_21">
            <a:extLst>
              <a:ext uri="{FF2B5EF4-FFF2-40B4-BE49-F238E27FC236}">
                <a16:creationId xmlns:a16="http://schemas.microsoft.com/office/drawing/2014/main" id="{86A28371-912B-BC5C-A435-0D7FFBE570EF}"/>
              </a:ext>
            </a:extLst>
          </p:cNvPr>
          <p:cNvSpPr/>
          <p:nvPr userDrawn="1"/>
        </p:nvSpPr>
        <p:spPr>
          <a:xfrm rot="10800000">
            <a:off x="18338800" y="381000"/>
            <a:ext cx="177800" cy="152400"/>
          </a:xfrm>
          <a:prstGeom prst="triangle">
            <a:avLst/>
          </a:prstGeom>
          <a:solidFill>
            <a:srgbClr val="CDA0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6" name="Master_TopPattern_T1_22">
            <a:extLst>
              <a:ext uri="{FF2B5EF4-FFF2-40B4-BE49-F238E27FC236}">
                <a16:creationId xmlns:a16="http://schemas.microsoft.com/office/drawing/2014/main" id="{FEE866A7-7FFC-4BA0-5681-72BBFC4C7170}"/>
              </a:ext>
            </a:extLst>
          </p:cNvPr>
          <p:cNvSpPr/>
          <p:nvPr userDrawn="1"/>
        </p:nvSpPr>
        <p:spPr>
          <a:xfrm>
            <a:off x="18897600" y="381000"/>
            <a:ext cx="177800" cy="152400"/>
          </a:xfrm>
          <a:prstGeom prst="triangle">
            <a:avLst/>
          </a:prstGeom>
          <a:solidFill>
            <a:srgbClr val="CDA0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7" name="Master_TopPattern_T2_22">
            <a:extLst>
              <a:ext uri="{FF2B5EF4-FFF2-40B4-BE49-F238E27FC236}">
                <a16:creationId xmlns:a16="http://schemas.microsoft.com/office/drawing/2014/main" id="{1C0085E8-6B11-0E97-FF08-28A65E33D25A}"/>
              </a:ext>
            </a:extLst>
          </p:cNvPr>
          <p:cNvSpPr/>
          <p:nvPr userDrawn="1"/>
        </p:nvSpPr>
        <p:spPr>
          <a:xfrm rot="10800000">
            <a:off x="19151600" y="381000"/>
            <a:ext cx="177800" cy="152400"/>
          </a:xfrm>
          <a:prstGeom prst="triangle">
            <a:avLst/>
          </a:prstGeom>
          <a:solidFill>
            <a:srgbClr val="A0AEC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8" name="Master_TopPattern_T1_23">
            <a:extLst>
              <a:ext uri="{FF2B5EF4-FFF2-40B4-BE49-F238E27FC236}">
                <a16:creationId xmlns:a16="http://schemas.microsoft.com/office/drawing/2014/main" id="{A7F5D8D2-4CAD-C6B8-81DE-B879B166AD99}"/>
              </a:ext>
            </a:extLst>
          </p:cNvPr>
          <p:cNvSpPr/>
          <p:nvPr userDrawn="1"/>
        </p:nvSpPr>
        <p:spPr>
          <a:xfrm>
            <a:off x="19710400" y="381000"/>
            <a:ext cx="177800" cy="152400"/>
          </a:xfrm>
          <a:prstGeom prst="triangle">
            <a:avLst/>
          </a:prstGeom>
          <a:solidFill>
            <a:srgbClr val="A0AEC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9" name="Master_TopPattern_T2_23">
            <a:extLst>
              <a:ext uri="{FF2B5EF4-FFF2-40B4-BE49-F238E27FC236}">
                <a16:creationId xmlns:a16="http://schemas.microsoft.com/office/drawing/2014/main" id="{DD18300B-4CCB-FE4F-E2F1-1F8BB253E303}"/>
              </a:ext>
            </a:extLst>
          </p:cNvPr>
          <p:cNvSpPr/>
          <p:nvPr userDrawn="1"/>
        </p:nvSpPr>
        <p:spPr>
          <a:xfrm rot="10800000">
            <a:off x="19964400" y="381000"/>
            <a:ext cx="177800" cy="152400"/>
          </a:xfrm>
          <a:prstGeom prst="triangle">
            <a:avLst/>
          </a:prstGeom>
          <a:solidFill>
            <a:srgbClr val="CDA0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0" name="Master_TopPattern_T1_24">
            <a:extLst>
              <a:ext uri="{FF2B5EF4-FFF2-40B4-BE49-F238E27FC236}">
                <a16:creationId xmlns:a16="http://schemas.microsoft.com/office/drawing/2014/main" id="{B7110634-8132-363E-31AA-AF5FC421B866}"/>
              </a:ext>
            </a:extLst>
          </p:cNvPr>
          <p:cNvSpPr/>
          <p:nvPr userDrawn="1"/>
        </p:nvSpPr>
        <p:spPr>
          <a:xfrm>
            <a:off x="20523200" y="381000"/>
            <a:ext cx="177800" cy="152400"/>
          </a:xfrm>
          <a:prstGeom prst="triangle">
            <a:avLst/>
          </a:prstGeom>
          <a:solidFill>
            <a:srgbClr val="CDA0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1" name="Master_TopPattern_T2_24">
            <a:extLst>
              <a:ext uri="{FF2B5EF4-FFF2-40B4-BE49-F238E27FC236}">
                <a16:creationId xmlns:a16="http://schemas.microsoft.com/office/drawing/2014/main" id="{B338D8ED-5887-DCBA-E5F5-01ADE7FB5D69}"/>
              </a:ext>
            </a:extLst>
          </p:cNvPr>
          <p:cNvSpPr/>
          <p:nvPr userDrawn="1"/>
        </p:nvSpPr>
        <p:spPr>
          <a:xfrm rot="10800000">
            <a:off x="20777200" y="381000"/>
            <a:ext cx="177800" cy="152400"/>
          </a:xfrm>
          <a:prstGeom prst="triangle">
            <a:avLst/>
          </a:prstGeom>
          <a:solidFill>
            <a:srgbClr val="A0AEC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2" name="Master_TopPattern_T1_25">
            <a:extLst>
              <a:ext uri="{FF2B5EF4-FFF2-40B4-BE49-F238E27FC236}">
                <a16:creationId xmlns:a16="http://schemas.microsoft.com/office/drawing/2014/main" id="{3FE19AFE-1DD6-F9F7-02E3-6F12FB327A3B}"/>
              </a:ext>
            </a:extLst>
          </p:cNvPr>
          <p:cNvSpPr/>
          <p:nvPr userDrawn="1"/>
        </p:nvSpPr>
        <p:spPr>
          <a:xfrm>
            <a:off x="21336000" y="381000"/>
            <a:ext cx="177800" cy="152400"/>
          </a:xfrm>
          <a:prstGeom prst="triangle">
            <a:avLst/>
          </a:prstGeom>
          <a:solidFill>
            <a:srgbClr val="A0AEC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3" name="Master_TopPattern_T2_25">
            <a:extLst>
              <a:ext uri="{FF2B5EF4-FFF2-40B4-BE49-F238E27FC236}">
                <a16:creationId xmlns:a16="http://schemas.microsoft.com/office/drawing/2014/main" id="{2BCEF97F-7774-8882-4F4F-0C57E426D040}"/>
              </a:ext>
            </a:extLst>
          </p:cNvPr>
          <p:cNvSpPr/>
          <p:nvPr userDrawn="1"/>
        </p:nvSpPr>
        <p:spPr>
          <a:xfrm rot="10800000">
            <a:off x="21590000" y="381000"/>
            <a:ext cx="177800" cy="152400"/>
          </a:xfrm>
          <a:prstGeom prst="triangle">
            <a:avLst/>
          </a:prstGeom>
          <a:solidFill>
            <a:srgbClr val="CDA0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4" name="Master_TopPattern_T1_26">
            <a:extLst>
              <a:ext uri="{FF2B5EF4-FFF2-40B4-BE49-F238E27FC236}">
                <a16:creationId xmlns:a16="http://schemas.microsoft.com/office/drawing/2014/main" id="{F6B63E97-6F6F-0683-A7C5-8C751759F27F}"/>
              </a:ext>
            </a:extLst>
          </p:cNvPr>
          <p:cNvSpPr/>
          <p:nvPr userDrawn="1"/>
        </p:nvSpPr>
        <p:spPr>
          <a:xfrm>
            <a:off x="22148800" y="381000"/>
            <a:ext cx="177800" cy="152400"/>
          </a:xfrm>
          <a:prstGeom prst="triangle">
            <a:avLst/>
          </a:prstGeom>
          <a:solidFill>
            <a:srgbClr val="CDA0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5" name="Master_TopPattern_T2_26">
            <a:extLst>
              <a:ext uri="{FF2B5EF4-FFF2-40B4-BE49-F238E27FC236}">
                <a16:creationId xmlns:a16="http://schemas.microsoft.com/office/drawing/2014/main" id="{E2C2CCB1-C6A9-290E-E56C-02A36FF9946A}"/>
              </a:ext>
            </a:extLst>
          </p:cNvPr>
          <p:cNvSpPr/>
          <p:nvPr userDrawn="1"/>
        </p:nvSpPr>
        <p:spPr>
          <a:xfrm rot="10800000">
            <a:off x="22402800" y="381000"/>
            <a:ext cx="177800" cy="152400"/>
          </a:xfrm>
          <a:prstGeom prst="triangle">
            <a:avLst/>
          </a:prstGeom>
          <a:solidFill>
            <a:srgbClr val="A0AEC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6" name="Master_TopPattern_T1_27">
            <a:extLst>
              <a:ext uri="{FF2B5EF4-FFF2-40B4-BE49-F238E27FC236}">
                <a16:creationId xmlns:a16="http://schemas.microsoft.com/office/drawing/2014/main" id="{1B9E9C66-713D-85FA-F85D-9A9FF8AC3F11}"/>
              </a:ext>
            </a:extLst>
          </p:cNvPr>
          <p:cNvSpPr/>
          <p:nvPr userDrawn="1"/>
        </p:nvSpPr>
        <p:spPr>
          <a:xfrm>
            <a:off x="22961600" y="381000"/>
            <a:ext cx="177800" cy="152400"/>
          </a:xfrm>
          <a:prstGeom prst="triangle">
            <a:avLst/>
          </a:prstGeom>
          <a:solidFill>
            <a:srgbClr val="A0AEC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7" name="Master_TopPattern_T2_27">
            <a:extLst>
              <a:ext uri="{FF2B5EF4-FFF2-40B4-BE49-F238E27FC236}">
                <a16:creationId xmlns:a16="http://schemas.microsoft.com/office/drawing/2014/main" id="{25C16EAA-DE77-7F12-F5D1-1D9D622CD530}"/>
              </a:ext>
            </a:extLst>
          </p:cNvPr>
          <p:cNvSpPr/>
          <p:nvPr userDrawn="1"/>
        </p:nvSpPr>
        <p:spPr>
          <a:xfrm rot="10800000">
            <a:off x="23215600" y="381000"/>
            <a:ext cx="177800" cy="152400"/>
          </a:xfrm>
          <a:prstGeom prst="triangle">
            <a:avLst/>
          </a:prstGeom>
          <a:solidFill>
            <a:srgbClr val="CDA0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8" name="Master_BottomPattern_T1_0">
            <a:extLst>
              <a:ext uri="{FF2B5EF4-FFF2-40B4-BE49-F238E27FC236}">
                <a16:creationId xmlns:a16="http://schemas.microsoft.com/office/drawing/2014/main" id="{FD2F1C40-7EFD-3C5B-D481-C5A35CD565C7}"/>
              </a:ext>
            </a:extLst>
          </p:cNvPr>
          <p:cNvSpPr/>
          <p:nvPr userDrawn="1"/>
        </p:nvSpPr>
        <p:spPr>
          <a:xfrm>
            <a:off x="1016000" y="13144500"/>
            <a:ext cx="177800" cy="152400"/>
          </a:xfrm>
          <a:prstGeom prst="triangle">
            <a:avLst/>
          </a:prstGeom>
          <a:solidFill>
            <a:srgbClr val="CDA0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9" name="Master_BottomPattern_T2_0">
            <a:extLst>
              <a:ext uri="{FF2B5EF4-FFF2-40B4-BE49-F238E27FC236}">
                <a16:creationId xmlns:a16="http://schemas.microsoft.com/office/drawing/2014/main" id="{54D267EC-F66A-B0FE-42CA-0F16CFC6F0DA}"/>
              </a:ext>
            </a:extLst>
          </p:cNvPr>
          <p:cNvSpPr/>
          <p:nvPr userDrawn="1"/>
        </p:nvSpPr>
        <p:spPr>
          <a:xfrm rot="10800000">
            <a:off x="1270000" y="13144500"/>
            <a:ext cx="177800" cy="152400"/>
          </a:xfrm>
          <a:prstGeom prst="triangle">
            <a:avLst/>
          </a:prstGeom>
          <a:solidFill>
            <a:srgbClr val="A0AEC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0" name="Master_BottomPattern_T1_1">
            <a:extLst>
              <a:ext uri="{FF2B5EF4-FFF2-40B4-BE49-F238E27FC236}">
                <a16:creationId xmlns:a16="http://schemas.microsoft.com/office/drawing/2014/main" id="{D2E74FAC-2CDC-B8E6-1593-82323AEE7150}"/>
              </a:ext>
            </a:extLst>
          </p:cNvPr>
          <p:cNvSpPr/>
          <p:nvPr userDrawn="1"/>
        </p:nvSpPr>
        <p:spPr>
          <a:xfrm>
            <a:off x="1828800" y="13144500"/>
            <a:ext cx="177800" cy="152400"/>
          </a:xfrm>
          <a:prstGeom prst="triangle">
            <a:avLst/>
          </a:prstGeom>
          <a:solidFill>
            <a:srgbClr val="A0AEC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1" name="Master_BottomPattern_T2_1">
            <a:extLst>
              <a:ext uri="{FF2B5EF4-FFF2-40B4-BE49-F238E27FC236}">
                <a16:creationId xmlns:a16="http://schemas.microsoft.com/office/drawing/2014/main" id="{A9B26F73-1375-A105-86F7-4284FF709C29}"/>
              </a:ext>
            </a:extLst>
          </p:cNvPr>
          <p:cNvSpPr/>
          <p:nvPr userDrawn="1"/>
        </p:nvSpPr>
        <p:spPr>
          <a:xfrm rot="10800000">
            <a:off x="2082800" y="13144500"/>
            <a:ext cx="177800" cy="152400"/>
          </a:xfrm>
          <a:prstGeom prst="triangle">
            <a:avLst/>
          </a:prstGeom>
          <a:solidFill>
            <a:srgbClr val="CDA0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2" name="Master_BottomPattern_T1_2">
            <a:extLst>
              <a:ext uri="{FF2B5EF4-FFF2-40B4-BE49-F238E27FC236}">
                <a16:creationId xmlns:a16="http://schemas.microsoft.com/office/drawing/2014/main" id="{B6B81389-9886-289C-5BE7-33568DD503DE}"/>
              </a:ext>
            </a:extLst>
          </p:cNvPr>
          <p:cNvSpPr/>
          <p:nvPr userDrawn="1"/>
        </p:nvSpPr>
        <p:spPr>
          <a:xfrm>
            <a:off x="2641600" y="13144500"/>
            <a:ext cx="177800" cy="152400"/>
          </a:xfrm>
          <a:prstGeom prst="triangle">
            <a:avLst/>
          </a:prstGeom>
          <a:solidFill>
            <a:srgbClr val="CDA0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3" name="Master_BottomPattern_T2_2">
            <a:extLst>
              <a:ext uri="{FF2B5EF4-FFF2-40B4-BE49-F238E27FC236}">
                <a16:creationId xmlns:a16="http://schemas.microsoft.com/office/drawing/2014/main" id="{2FB7BDE2-2E72-9257-6B4D-CF99EEBF9863}"/>
              </a:ext>
            </a:extLst>
          </p:cNvPr>
          <p:cNvSpPr/>
          <p:nvPr userDrawn="1"/>
        </p:nvSpPr>
        <p:spPr>
          <a:xfrm rot="10800000">
            <a:off x="2895600" y="13144500"/>
            <a:ext cx="177800" cy="152400"/>
          </a:xfrm>
          <a:prstGeom prst="triangle">
            <a:avLst/>
          </a:prstGeom>
          <a:solidFill>
            <a:srgbClr val="A0AEC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4" name="Master_BottomPattern_T1_3">
            <a:extLst>
              <a:ext uri="{FF2B5EF4-FFF2-40B4-BE49-F238E27FC236}">
                <a16:creationId xmlns:a16="http://schemas.microsoft.com/office/drawing/2014/main" id="{AAB9DAC8-AE45-8080-44AE-96CA91C4B259}"/>
              </a:ext>
            </a:extLst>
          </p:cNvPr>
          <p:cNvSpPr/>
          <p:nvPr userDrawn="1"/>
        </p:nvSpPr>
        <p:spPr>
          <a:xfrm>
            <a:off x="3454400" y="13144500"/>
            <a:ext cx="177800" cy="152400"/>
          </a:xfrm>
          <a:prstGeom prst="triangle">
            <a:avLst/>
          </a:prstGeom>
          <a:solidFill>
            <a:srgbClr val="A0AEC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5" name="Master_BottomPattern_T2_3">
            <a:extLst>
              <a:ext uri="{FF2B5EF4-FFF2-40B4-BE49-F238E27FC236}">
                <a16:creationId xmlns:a16="http://schemas.microsoft.com/office/drawing/2014/main" id="{39E6CF59-7938-01DA-BF11-5B8094D455E1}"/>
              </a:ext>
            </a:extLst>
          </p:cNvPr>
          <p:cNvSpPr/>
          <p:nvPr userDrawn="1"/>
        </p:nvSpPr>
        <p:spPr>
          <a:xfrm rot="10800000">
            <a:off x="3708400" y="13144500"/>
            <a:ext cx="177800" cy="152400"/>
          </a:xfrm>
          <a:prstGeom prst="triangle">
            <a:avLst/>
          </a:prstGeom>
          <a:solidFill>
            <a:srgbClr val="CDA0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6" name="Master_BottomPattern_T1_4">
            <a:extLst>
              <a:ext uri="{FF2B5EF4-FFF2-40B4-BE49-F238E27FC236}">
                <a16:creationId xmlns:a16="http://schemas.microsoft.com/office/drawing/2014/main" id="{F681525E-E506-D02D-E0EE-F38BE5241462}"/>
              </a:ext>
            </a:extLst>
          </p:cNvPr>
          <p:cNvSpPr/>
          <p:nvPr userDrawn="1"/>
        </p:nvSpPr>
        <p:spPr>
          <a:xfrm>
            <a:off x="4267200" y="13144500"/>
            <a:ext cx="177800" cy="152400"/>
          </a:xfrm>
          <a:prstGeom prst="triangle">
            <a:avLst/>
          </a:prstGeom>
          <a:solidFill>
            <a:srgbClr val="CDA0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7" name="Master_BottomPattern_T2_4">
            <a:extLst>
              <a:ext uri="{FF2B5EF4-FFF2-40B4-BE49-F238E27FC236}">
                <a16:creationId xmlns:a16="http://schemas.microsoft.com/office/drawing/2014/main" id="{9A708D0C-75F2-F8E8-AC47-89B336F09ED4}"/>
              </a:ext>
            </a:extLst>
          </p:cNvPr>
          <p:cNvSpPr/>
          <p:nvPr userDrawn="1"/>
        </p:nvSpPr>
        <p:spPr>
          <a:xfrm rot="10800000">
            <a:off x="4521200" y="13144500"/>
            <a:ext cx="177800" cy="152400"/>
          </a:xfrm>
          <a:prstGeom prst="triangle">
            <a:avLst/>
          </a:prstGeom>
          <a:solidFill>
            <a:srgbClr val="A0AEC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8" name="Master_BottomPattern_T1_5">
            <a:extLst>
              <a:ext uri="{FF2B5EF4-FFF2-40B4-BE49-F238E27FC236}">
                <a16:creationId xmlns:a16="http://schemas.microsoft.com/office/drawing/2014/main" id="{36F2F31C-6C08-ED66-537A-47DCF19CD072}"/>
              </a:ext>
            </a:extLst>
          </p:cNvPr>
          <p:cNvSpPr/>
          <p:nvPr userDrawn="1"/>
        </p:nvSpPr>
        <p:spPr>
          <a:xfrm>
            <a:off x="5080000" y="13144500"/>
            <a:ext cx="177800" cy="152400"/>
          </a:xfrm>
          <a:prstGeom prst="triangle">
            <a:avLst/>
          </a:prstGeom>
          <a:solidFill>
            <a:srgbClr val="A0AEC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9" name="Master_BottomPattern_T2_5">
            <a:extLst>
              <a:ext uri="{FF2B5EF4-FFF2-40B4-BE49-F238E27FC236}">
                <a16:creationId xmlns:a16="http://schemas.microsoft.com/office/drawing/2014/main" id="{839BC96E-92C6-AC95-839E-4D7F3664175B}"/>
              </a:ext>
            </a:extLst>
          </p:cNvPr>
          <p:cNvSpPr/>
          <p:nvPr userDrawn="1"/>
        </p:nvSpPr>
        <p:spPr>
          <a:xfrm rot="10800000">
            <a:off x="5334000" y="13144500"/>
            <a:ext cx="177800" cy="152400"/>
          </a:xfrm>
          <a:prstGeom prst="triangle">
            <a:avLst/>
          </a:prstGeom>
          <a:solidFill>
            <a:srgbClr val="CDA0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0" name="Master_BottomPattern_T1_6">
            <a:extLst>
              <a:ext uri="{FF2B5EF4-FFF2-40B4-BE49-F238E27FC236}">
                <a16:creationId xmlns:a16="http://schemas.microsoft.com/office/drawing/2014/main" id="{EFAA9830-4B5A-AF4A-3084-34BD7B068DF0}"/>
              </a:ext>
            </a:extLst>
          </p:cNvPr>
          <p:cNvSpPr/>
          <p:nvPr userDrawn="1"/>
        </p:nvSpPr>
        <p:spPr>
          <a:xfrm>
            <a:off x="5892800" y="13144500"/>
            <a:ext cx="177800" cy="152400"/>
          </a:xfrm>
          <a:prstGeom prst="triangle">
            <a:avLst/>
          </a:prstGeom>
          <a:solidFill>
            <a:srgbClr val="CDA0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1" name="Master_BottomPattern_T2_6">
            <a:extLst>
              <a:ext uri="{FF2B5EF4-FFF2-40B4-BE49-F238E27FC236}">
                <a16:creationId xmlns:a16="http://schemas.microsoft.com/office/drawing/2014/main" id="{DD3EDF97-4399-E7B3-58AB-8B83AFA06799}"/>
              </a:ext>
            </a:extLst>
          </p:cNvPr>
          <p:cNvSpPr/>
          <p:nvPr userDrawn="1"/>
        </p:nvSpPr>
        <p:spPr>
          <a:xfrm rot="10800000">
            <a:off x="6146800" y="13144500"/>
            <a:ext cx="177800" cy="152400"/>
          </a:xfrm>
          <a:prstGeom prst="triangle">
            <a:avLst/>
          </a:prstGeom>
          <a:solidFill>
            <a:srgbClr val="A0AEC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2" name="Master_BottomPattern_T1_7">
            <a:extLst>
              <a:ext uri="{FF2B5EF4-FFF2-40B4-BE49-F238E27FC236}">
                <a16:creationId xmlns:a16="http://schemas.microsoft.com/office/drawing/2014/main" id="{D98FB9A3-98D4-D66B-9D56-D0318CB37C0F}"/>
              </a:ext>
            </a:extLst>
          </p:cNvPr>
          <p:cNvSpPr/>
          <p:nvPr userDrawn="1"/>
        </p:nvSpPr>
        <p:spPr>
          <a:xfrm>
            <a:off x="6705600" y="13144500"/>
            <a:ext cx="177800" cy="152400"/>
          </a:xfrm>
          <a:prstGeom prst="triangle">
            <a:avLst/>
          </a:prstGeom>
          <a:solidFill>
            <a:srgbClr val="A0AEC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3" name="Master_BottomPattern_T2_7">
            <a:extLst>
              <a:ext uri="{FF2B5EF4-FFF2-40B4-BE49-F238E27FC236}">
                <a16:creationId xmlns:a16="http://schemas.microsoft.com/office/drawing/2014/main" id="{F48E471C-B72A-78B3-6649-6358FD7EF2C6}"/>
              </a:ext>
            </a:extLst>
          </p:cNvPr>
          <p:cNvSpPr/>
          <p:nvPr userDrawn="1"/>
        </p:nvSpPr>
        <p:spPr>
          <a:xfrm rot="10800000">
            <a:off x="6959600" y="13144500"/>
            <a:ext cx="177800" cy="152400"/>
          </a:xfrm>
          <a:prstGeom prst="triangle">
            <a:avLst/>
          </a:prstGeom>
          <a:solidFill>
            <a:srgbClr val="CDA0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4" name="Master_BottomPattern_T1_8">
            <a:extLst>
              <a:ext uri="{FF2B5EF4-FFF2-40B4-BE49-F238E27FC236}">
                <a16:creationId xmlns:a16="http://schemas.microsoft.com/office/drawing/2014/main" id="{B97B194E-DB8F-E65F-1D13-963A7B85E91C}"/>
              </a:ext>
            </a:extLst>
          </p:cNvPr>
          <p:cNvSpPr/>
          <p:nvPr userDrawn="1"/>
        </p:nvSpPr>
        <p:spPr>
          <a:xfrm>
            <a:off x="7518400" y="13144500"/>
            <a:ext cx="177800" cy="152400"/>
          </a:xfrm>
          <a:prstGeom prst="triangle">
            <a:avLst/>
          </a:prstGeom>
          <a:solidFill>
            <a:srgbClr val="CDA0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5" name="Master_BottomPattern_T2_8">
            <a:extLst>
              <a:ext uri="{FF2B5EF4-FFF2-40B4-BE49-F238E27FC236}">
                <a16:creationId xmlns:a16="http://schemas.microsoft.com/office/drawing/2014/main" id="{D0AA5496-FDAB-EC26-62CA-276A58AE0859}"/>
              </a:ext>
            </a:extLst>
          </p:cNvPr>
          <p:cNvSpPr/>
          <p:nvPr userDrawn="1"/>
        </p:nvSpPr>
        <p:spPr>
          <a:xfrm rot="10800000">
            <a:off x="7772400" y="13144500"/>
            <a:ext cx="177800" cy="152400"/>
          </a:xfrm>
          <a:prstGeom prst="triangle">
            <a:avLst/>
          </a:prstGeom>
          <a:solidFill>
            <a:srgbClr val="A0AEC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6" name="Master_BottomPattern_T1_9">
            <a:extLst>
              <a:ext uri="{FF2B5EF4-FFF2-40B4-BE49-F238E27FC236}">
                <a16:creationId xmlns:a16="http://schemas.microsoft.com/office/drawing/2014/main" id="{2B90A0CD-42E3-1593-FDA4-E3EC48432F3C}"/>
              </a:ext>
            </a:extLst>
          </p:cNvPr>
          <p:cNvSpPr/>
          <p:nvPr userDrawn="1"/>
        </p:nvSpPr>
        <p:spPr>
          <a:xfrm>
            <a:off x="8331200" y="13144500"/>
            <a:ext cx="177800" cy="152400"/>
          </a:xfrm>
          <a:prstGeom prst="triangle">
            <a:avLst/>
          </a:prstGeom>
          <a:solidFill>
            <a:srgbClr val="A0AEC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7" name="Master_BottomPattern_T2_9">
            <a:extLst>
              <a:ext uri="{FF2B5EF4-FFF2-40B4-BE49-F238E27FC236}">
                <a16:creationId xmlns:a16="http://schemas.microsoft.com/office/drawing/2014/main" id="{792045A7-A640-3701-C912-985BFC0B455A}"/>
              </a:ext>
            </a:extLst>
          </p:cNvPr>
          <p:cNvSpPr/>
          <p:nvPr userDrawn="1"/>
        </p:nvSpPr>
        <p:spPr>
          <a:xfrm rot="10800000">
            <a:off x="8585200" y="13144500"/>
            <a:ext cx="177800" cy="152400"/>
          </a:xfrm>
          <a:prstGeom prst="triangle">
            <a:avLst/>
          </a:prstGeom>
          <a:solidFill>
            <a:srgbClr val="CDA0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" name="Master_BottomPattern_T1_10">
            <a:extLst>
              <a:ext uri="{FF2B5EF4-FFF2-40B4-BE49-F238E27FC236}">
                <a16:creationId xmlns:a16="http://schemas.microsoft.com/office/drawing/2014/main" id="{0A0A038A-436C-7381-3956-3AE2CD5E6F25}"/>
              </a:ext>
            </a:extLst>
          </p:cNvPr>
          <p:cNvSpPr/>
          <p:nvPr userDrawn="1"/>
        </p:nvSpPr>
        <p:spPr>
          <a:xfrm>
            <a:off x="9144000" y="13144500"/>
            <a:ext cx="177800" cy="152400"/>
          </a:xfrm>
          <a:prstGeom prst="triangle">
            <a:avLst/>
          </a:prstGeom>
          <a:solidFill>
            <a:srgbClr val="CDA0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9" name="Master_BottomPattern_T2_10">
            <a:extLst>
              <a:ext uri="{FF2B5EF4-FFF2-40B4-BE49-F238E27FC236}">
                <a16:creationId xmlns:a16="http://schemas.microsoft.com/office/drawing/2014/main" id="{C767FC03-D0AE-4617-9466-7625207D42B1}"/>
              </a:ext>
            </a:extLst>
          </p:cNvPr>
          <p:cNvSpPr/>
          <p:nvPr userDrawn="1"/>
        </p:nvSpPr>
        <p:spPr>
          <a:xfrm rot="10800000">
            <a:off x="9398000" y="13144500"/>
            <a:ext cx="177800" cy="152400"/>
          </a:xfrm>
          <a:prstGeom prst="triangle">
            <a:avLst/>
          </a:prstGeom>
          <a:solidFill>
            <a:srgbClr val="A0AEC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0" name="Master_BottomPattern_T1_11">
            <a:extLst>
              <a:ext uri="{FF2B5EF4-FFF2-40B4-BE49-F238E27FC236}">
                <a16:creationId xmlns:a16="http://schemas.microsoft.com/office/drawing/2014/main" id="{0BAF7C20-D5A6-D6F0-D22E-7FE43B97E1B4}"/>
              </a:ext>
            </a:extLst>
          </p:cNvPr>
          <p:cNvSpPr/>
          <p:nvPr userDrawn="1"/>
        </p:nvSpPr>
        <p:spPr>
          <a:xfrm>
            <a:off x="9956800" y="13144500"/>
            <a:ext cx="177800" cy="152400"/>
          </a:xfrm>
          <a:prstGeom prst="triangle">
            <a:avLst/>
          </a:prstGeom>
          <a:solidFill>
            <a:srgbClr val="A0AEC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" name="Master_BottomPattern_T2_11">
            <a:extLst>
              <a:ext uri="{FF2B5EF4-FFF2-40B4-BE49-F238E27FC236}">
                <a16:creationId xmlns:a16="http://schemas.microsoft.com/office/drawing/2014/main" id="{D4015E9A-29C2-4A20-9AE2-1E3288222A4E}"/>
              </a:ext>
            </a:extLst>
          </p:cNvPr>
          <p:cNvSpPr/>
          <p:nvPr userDrawn="1"/>
        </p:nvSpPr>
        <p:spPr>
          <a:xfrm rot="10800000">
            <a:off x="10210800" y="13144500"/>
            <a:ext cx="177800" cy="152400"/>
          </a:xfrm>
          <a:prstGeom prst="triangle">
            <a:avLst/>
          </a:prstGeom>
          <a:solidFill>
            <a:srgbClr val="CDA0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2" name="Master_BottomPattern_T1_12">
            <a:extLst>
              <a:ext uri="{FF2B5EF4-FFF2-40B4-BE49-F238E27FC236}">
                <a16:creationId xmlns:a16="http://schemas.microsoft.com/office/drawing/2014/main" id="{59D962E4-2505-6C9E-DC3C-E2B36CB627D0}"/>
              </a:ext>
            </a:extLst>
          </p:cNvPr>
          <p:cNvSpPr/>
          <p:nvPr userDrawn="1"/>
        </p:nvSpPr>
        <p:spPr>
          <a:xfrm>
            <a:off x="10769600" y="13144500"/>
            <a:ext cx="177800" cy="152400"/>
          </a:xfrm>
          <a:prstGeom prst="triangle">
            <a:avLst/>
          </a:prstGeom>
          <a:solidFill>
            <a:srgbClr val="CDA0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3" name="Master_BottomPattern_T2_12">
            <a:extLst>
              <a:ext uri="{FF2B5EF4-FFF2-40B4-BE49-F238E27FC236}">
                <a16:creationId xmlns:a16="http://schemas.microsoft.com/office/drawing/2014/main" id="{57AEDE1B-53FF-59E6-43F4-36817D0B807F}"/>
              </a:ext>
            </a:extLst>
          </p:cNvPr>
          <p:cNvSpPr/>
          <p:nvPr userDrawn="1"/>
        </p:nvSpPr>
        <p:spPr>
          <a:xfrm rot="10800000">
            <a:off x="11023600" y="13144500"/>
            <a:ext cx="177800" cy="152400"/>
          </a:xfrm>
          <a:prstGeom prst="triangle">
            <a:avLst/>
          </a:prstGeom>
          <a:solidFill>
            <a:srgbClr val="A0AEC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4" name="Master_BottomPattern_T1_13">
            <a:extLst>
              <a:ext uri="{FF2B5EF4-FFF2-40B4-BE49-F238E27FC236}">
                <a16:creationId xmlns:a16="http://schemas.microsoft.com/office/drawing/2014/main" id="{07488B94-ECC9-0B1E-EDAC-3B95704824DE}"/>
              </a:ext>
            </a:extLst>
          </p:cNvPr>
          <p:cNvSpPr/>
          <p:nvPr userDrawn="1"/>
        </p:nvSpPr>
        <p:spPr>
          <a:xfrm>
            <a:off x="11582400" y="13144500"/>
            <a:ext cx="177800" cy="152400"/>
          </a:xfrm>
          <a:prstGeom prst="triangle">
            <a:avLst/>
          </a:prstGeom>
          <a:solidFill>
            <a:srgbClr val="A0AEC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5" name="Master_BottomPattern_T2_13">
            <a:extLst>
              <a:ext uri="{FF2B5EF4-FFF2-40B4-BE49-F238E27FC236}">
                <a16:creationId xmlns:a16="http://schemas.microsoft.com/office/drawing/2014/main" id="{370B281E-0392-1A16-3CBF-251DC1A0B3DC}"/>
              </a:ext>
            </a:extLst>
          </p:cNvPr>
          <p:cNvSpPr/>
          <p:nvPr userDrawn="1"/>
        </p:nvSpPr>
        <p:spPr>
          <a:xfrm rot="10800000">
            <a:off x="11836400" y="13144500"/>
            <a:ext cx="177800" cy="152400"/>
          </a:xfrm>
          <a:prstGeom prst="triangle">
            <a:avLst/>
          </a:prstGeom>
          <a:solidFill>
            <a:srgbClr val="CDA0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6" name="Master_BottomPattern_T1_14">
            <a:extLst>
              <a:ext uri="{FF2B5EF4-FFF2-40B4-BE49-F238E27FC236}">
                <a16:creationId xmlns:a16="http://schemas.microsoft.com/office/drawing/2014/main" id="{F95653D9-E93B-F38F-E32D-92A3D65ACC58}"/>
              </a:ext>
            </a:extLst>
          </p:cNvPr>
          <p:cNvSpPr/>
          <p:nvPr userDrawn="1"/>
        </p:nvSpPr>
        <p:spPr>
          <a:xfrm>
            <a:off x="12395200" y="13144500"/>
            <a:ext cx="177800" cy="152400"/>
          </a:xfrm>
          <a:prstGeom prst="triangle">
            <a:avLst/>
          </a:prstGeom>
          <a:solidFill>
            <a:srgbClr val="CDA0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7" name="Master_BottomPattern_T2_14">
            <a:extLst>
              <a:ext uri="{FF2B5EF4-FFF2-40B4-BE49-F238E27FC236}">
                <a16:creationId xmlns:a16="http://schemas.microsoft.com/office/drawing/2014/main" id="{A32F2C3D-CEBE-7965-78B1-30ADE1E05C30}"/>
              </a:ext>
            </a:extLst>
          </p:cNvPr>
          <p:cNvSpPr/>
          <p:nvPr userDrawn="1"/>
        </p:nvSpPr>
        <p:spPr>
          <a:xfrm rot="10800000">
            <a:off x="12649200" y="13144500"/>
            <a:ext cx="177800" cy="152400"/>
          </a:xfrm>
          <a:prstGeom prst="triangle">
            <a:avLst/>
          </a:prstGeom>
          <a:solidFill>
            <a:srgbClr val="A0AEC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8" name="Master_BottomPattern_T1_15">
            <a:extLst>
              <a:ext uri="{FF2B5EF4-FFF2-40B4-BE49-F238E27FC236}">
                <a16:creationId xmlns:a16="http://schemas.microsoft.com/office/drawing/2014/main" id="{A02EBF6B-FD51-04D8-2202-BD8A1462A976}"/>
              </a:ext>
            </a:extLst>
          </p:cNvPr>
          <p:cNvSpPr/>
          <p:nvPr userDrawn="1"/>
        </p:nvSpPr>
        <p:spPr>
          <a:xfrm>
            <a:off x="13208000" y="13144500"/>
            <a:ext cx="177800" cy="152400"/>
          </a:xfrm>
          <a:prstGeom prst="triangle">
            <a:avLst/>
          </a:prstGeom>
          <a:solidFill>
            <a:srgbClr val="A0AEC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9" name="Master_BottomPattern_T2_15">
            <a:extLst>
              <a:ext uri="{FF2B5EF4-FFF2-40B4-BE49-F238E27FC236}">
                <a16:creationId xmlns:a16="http://schemas.microsoft.com/office/drawing/2014/main" id="{60929BA2-44F6-02A5-141C-8AE5D6BE795C}"/>
              </a:ext>
            </a:extLst>
          </p:cNvPr>
          <p:cNvSpPr/>
          <p:nvPr userDrawn="1"/>
        </p:nvSpPr>
        <p:spPr>
          <a:xfrm rot="10800000">
            <a:off x="13462000" y="13144500"/>
            <a:ext cx="177800" cy="152400"/>
          </a:xfrm>
          <a:prstGeom prst="triangle">
            <a:avLst/>
          </a:prstGeom>
          <a:solidFill>
            <a:srgbClr val="CDA0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0" name="Master_BottomPattern_T1_16">
            <a:extLst>
              <a:ext uri="{FF2B5EF4-FFF2-40B4-BE49-F238E27FC236}">
                <a16:creationId xmlns:a16="http://schemas.microsoft.com/office/drawing/2014/main" id="{D055E383-1AD3-27DF-83DF-8C305D37C9A4}"/>
              </a:ext>
            </a:extLst>
          </p:cNvPr>
          <p:cNvSpPr/>
          <p:nvPr userDrawn="1"/>
        </p:nvSpPr>
        <p:spPr>
          <a:xfrm>
            <a:off x="14020800" y="13144500"/>
            <a:ext cx="177800" cy="152400"/>
          </a:xfrm>
          <a:prstGeom prst="triangle">
            <a:avLst/>
          </a:prstGeom>
          <a:solidFill>
            <a:srgbClr val="CDA0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1" name="Master_BottomPattern_T2_16">
            <a:extLst>
              <a:ext uri="{FF2B5EF4-FFF2-40B4-BE49-F238E27FC236}">
                <a16:creationId xmlns:a16="http://schemas.microsoft.com/office/drawing/2014/main" id="{B4E2486C-4E88-507F-EAF6-0A99E645F155}"/>
              </a:ext>
            </a:extLst>
          </p:cNvPr>
          <p:cNvSpPr/>
          <p:nvPr userDrawn="1"/>
        </p:nvSpPr>
        <p:spPr>
          <a:xfrm rot="10800000">
            <a:off x="14274800" y="13144500"/>
            <a:ext cx="177800" cy="152400"/>
          </a:xfrm>
          <a:prstGeom prst="triangle">
            <a:avLst/>
          </a:prstGeom>
          <a:solidFill>
            <a:srgbClr val="A0AEC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2" name="Master_BottomPattern_T1_17">
            <a:extLst>
              <a:ext uri="{FF2B5EF4-FFF2-40B4-BE49-F238E27FC236}">
                <a16:creationId xmlns:a16="http://schemas.microsoft.com/office/drawing/2014/main" id="{C4C21E4E-DE36-2CC6-BA0D-2D0C307B6E0E}"/>
              </a:ext>
            </a:extLst>
          </p:cNvPr>
          <p:cNvSpPr/>
          <p:nvPr userDrawn="1"/>
        </p:nvSpPr>
        <p:spPr>
          <a:xfrm>
            <a:off x="14833600" y="13144500"/>
            <a:ext cx="177800" cy="152400"/>
          </a:xfrm>
          <a:prstGeom prst="triangle">
            <a:avLst/>
          </a:prstGeom>
          <a:solidFill>
            <a:srgbClr val="A0AEC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3" name="Master_BottomPattern_T2_17">
            <a:extLst>
              <a:ext uri="{FF2B5EF4-FFF2-40B4-BE49-F238E27FC236}">
                <a16:creationId xmlns:a16="http://schemas.microsoft.com/office/drawing/2014/main" id="{F57CB41E-56C3-1535-9486-19D0261250E8}"/>
              </a:ext>
            </a:extLst>
          </p:cNvPr>
          <p:cNvSpPr/>
          <p:nvPr userDrawn="1"/>
        </p:nvSpPr>
        <p:spPr>
          <a:xfrm rot="10800000">
            <a:off x="15087600" y="13144500"/>
            <a:ext cx="177800" cy="152400"/>
          </a:xfrm>
          <a:prstGeom prst="triangle">
            <a:avLst/>
          </a:prstGeom>
          <a:solidFill>
            <a:srgbClr val="CDA0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4" name="Master_BottomPattern_T1_18">
            <a:extLst>
              <a:ext uri="{FF2B5EF4-FFF2-40B4-BE49-F238E27FC236}">
                <a16:creationId xmlns:a16="http://schemas.microsoft.com/office/drawing/2014/main" id="{673BDE15-FDC7-3D41-8FD0-ED77B3EDE8A1}"/>
              </a:ext>
            </a:extLst>
          </p:cNvPr>
          <p:cNvSpPr/>
          <p:nvPr userDrawn="1"/>
        </p:nvSpPr>
        <p:spPr>
          <a:xfrm>
            <a:off x="15646400" y="13144500"/>
            <a:ext cx="177800" cy="152400"/>
          </a:xfrm>
          <a:prstGeom prst="triangle">
            <a:avLst/>
          </a:prstGeom>
          <a:solidFill>
            <a:srgbClr val="CDA0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5" name="Master_BottomPattern_T2_18">
            <a:extLst>
              <a:ext uri="{FF2B5EF4-FFF2-40B4-BE49-F238E27FC236}">
                <a16:creationId xmlns:a16="http://schemas.microsoft.com/office/drawing/2014/main" id="{551A131D-B9B0-B7A2-D267-83253AE06B35}"/>
              </a:ext>
            </a:extLst>
          </p:cNvPr>
          <p:cNvSpPr/>
          <p:nvPr userDrawn="1"/>
        </p:nvSpPr>
        <p:spPr>
          <a:xfrm rot="10800000">
            <a:off x="15900400" y="13144500"/>
            <a:ext cx="177800" cy="152400"/>
          </a:xfrm>
          <a:prstGeom prst="triangle">
            <a:avLst/>
          </a:prstGeom>
          <a:solidFill>
            <a:srgbClr val="A0AEC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6" name="Master_BottomPattern_T1_19">
            <a:extLst>
              <a:ext uri="{FF2B5EF4-FFF2-40B4-BE49-F238E27FC236}">
                <a16:creationId xmlns:a16="http://schemas.microsoft.com/office/drawing/2014/main" id="{15BA98F5-5CA0-5530-2CB1-D6C836DA9021}"/>
              </a:ext>
            </a:extLst>
          </p:cNvPr>
          <p:cNvSpPr/>
          <p:nvPr userDrawn="1"/>
        </p:nvSpPr>
        <p:spPr>
          <a:xfrm>
            <a:off x="16459200" y="13144500"/>
            <a:ext cx="177800" cy="152400"/>
          </a:xfrm>
          <a:prstGeom prst="triangle">
            <a:avLst/>
          </a:prstGeom>
          <a:solidFill>
            <a:srgbClr val="A0AEC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7" name="Master_BottomPattern_T2_19">
            <a:extLst>
              <a:ext uri="{FF2B5EF4-FFF2-40B4-BE49-F238E27FC236}">
                <a16:creationId xmlns:a16="http://schemas.microsoft.com/office/drawing/2014/main" id="{3497D3E8-AF3D-7DD2-E7A5-4409604D7B35}"/>
              </a:ext>
            </a:extLst>
          </p:cNvPr>
          <p:cNvSpPr/>
          <p:nvPr userDrawn="1"/>
        </p:nvSpPr>
        <p:spPr>
          <a:xfrm rot="10800000">
            <a:off x="16713200" y="13144500"/>
            <a:ext cx="177800" cy="152400"/>
          </a:xfrm>
          <a:prstGeom prst="triangle">
            <a:avLst/>
          </a:prstGeom>
          <a:solidFill>
            <a:srgbClr val="CDA0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8" name="Master_BottomPattern_T1_20">
            <a:extLst>
              <a:ext uri="{FF2B5EF4-FFF2-40B4-BE49-F238E27FC236}">
                <a16:creationId xmlns:a16="http://schemas.microsoft.com/office/drawing/2014/main" id="{2D4BBC11-A091-5B21-1DC0-3D64A79DD7F5}"/>
              </a:ext>
            </a:extLst>
          </p:cNvPr>
          <p:cNvSpPr/>
          <p:nvPr userDrawn="1"/>
        </p:nvSpPr>
        <p:spPr>
          <a:xfrm>
            <a:off x="17272000" y="13144500"/>
            <a:ext cx="177800" cy="152400"/>
          </a:xfrm>
          <a:prstGeom prst="triangle">
            <a:avLst/>
          </a:prstGeom>
          <a:solidFill>
            <a:srgbClr val="CDA0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9" name="Master_BottomPattern_T2_20">
            <a:extLst>
              <a:ext uri="{FF2B5EF4-FFF2-40B4-BE49-F238E27FC236}">
                <a16:creationId xmlns:a16="http://schemas.microsoft.com/office/drawing/2014/main" id="{A65996FC-6183-E86C-DE9B-6536386A6E88}"/>
              </a:ext>
            </a:extLst>
          </p:cNvPr>
          <p:cNvSpPr/>
          <p:nvPr userDrawn="1"/>
        </p:nvSpPr>
        <p:spPr>
          <a:xfrm rot="10800000">
            <a:off x="17526000" y="13144500"/>
            <a:ext cx="177800" cy="152400"/>
          </a:xfrm>
          <a:prstGeom prst="triangle">
            <a:avLst/>
          </a:prstGeom>
          <a:solidFill>
            <a:srgbClr val="A0AEC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0" name="Master_BottomPattern_T1_21">
            <a:extLst>
              <a:ext uri="{FF2B5EF4-FFF2-40B4-BE49-F238E27FC236}">
                <a16:creationId xmlns:a16="http://schemas.microsoft.com/office/drawing/2014/main" id="{A14AB7E6-69A9-35EE-CCD7-80D098C70D00}"/>
              </a:ext>
            </a:extLst>
          </p:cNvPr>
          <p:cNvSpPr/>
          <p:nvPr userDrawn="1"/>
        </p:nvSpPr>
        <p:spPr>
          <a:xfrm>
            <a:off x="18084800" y="13144500"/>
            <a:ext cx="177800" cy="152400"/>
          </a:xfrm>
          <a:prstGeom prst="triangle">
            <a:avLst/>
          </a:prstGeom>
          <a:solidFill>
            <a:srgbClr val="A0AEC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1" name="Master_BottomPattern_T2_21">
            <a:extLst>
              <a:ext uri="{FF2B5EF4-FFF2-40B4-BE49-F238E27FC236}">
                <a16:creationId xmlns:a16="http://schemas.microsoft.com/office/drawing/2014/main" id="{6DCAAD95-91E8-02AB-0F00-4BBF10B98A92}"/>
              </a:ext>
            </a:extLst>
          </p:cNvPr>
          <p:cNvSpPr/>
          <p:nvPr userDrawn="1"/>
        </p:nvSpPr>
        <p:spPr>
          <a:xfrm rot="10800000">
            <a:off x="18338800" y="13144500"/>
            <a:ext cx="177800" cy="152400"/>
          </a:xfrm>
          <a:prstGeom prst="triangle">
            <a:avLst/>
          </a:prstGeom>
          <a:solidFill>
            <a:srgbClr val="CDA0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2" name="Master_BottomPattern_T1_22">
            <a:extLst>
              <a:ext uri="{FF2B5EF4-FFF2-40B4-BE49-F238E27FC236}">
                <a16:creationId xmlns:a16="http://schemas.microsoft.com/office/drawing/2014/main" id="{DBF77391-DEF6-8A30-E631-0E6948D628EF}"/>
              </a:ext>
            </a:extLst>
          </p:cNvPr>
          <p:cNvSpPr/>
          <p:nvPr userDrawn="1"/>
        </p:nvSpPr>
        <p:spPr>
          <a:xfrm>
            <a:off x="18897600" y="13144500"/>
            <a:ext cx="177800" cy="152400"/>
          </a:xfrm>
          <a:prstGeom prst="triangle">
            <a:avLst/>
          </a:prstGeom>
          <a:solidFill>
            <a:srgbClr val="CDA0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3" name="Master_BottomPattern_T2_22">
            <a:extLst>
              <a:ext uri="{FF2B5EF4-FFF2-40B4-BE49-F238E27FC236}">
                <a16:creationId xmlns:a16="http://schemas.microsoft.com/office/drawing/2014/main" id="{99228282-C59B-407C-14C5-18D4F3D6FE09}"/>
              </a:ext>
            </a:extLst>
          </p:cNvPr>
          <p:cNvSpPr/>
          <p:nvPr userDrawn="1"/>
        </p:nvSpPr>
        <p:spPr>
          <a:xfrm rot="10800000">
            <a:off x="19151600" y="13144500"/>
            <a:ext cx="177800" cy="152400"/>
          </a:xfrm>
          <a:prstGeom prst="triangle">
            <a:avLst/>
          </a:prstGeom>
          <a:solidFill>
            <a:srgbClr val="A0AEC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4" name="Master_BottomPattern_T1_23">
            <a:extLst>
              <a:ext uri="{FF2B5EF4-FFF2-40B4-BE49-F238E27FC236}">
                <a16:creationId xmlns:a16="http://schemas.microsoft.com/office/drawing/2014/main" id="{5064C86A-CDFC-895D-657B-9CF31692D884}"/>
              </a:ext>
            </a:extLst>
          </p:cNvPr>
          <p:cNvSpPr/>
          <p:nvPr userDrawn="1"/>
        </p:nvSpPr>
        <p:spPr>
          <a:xfrm>
            <a:off x="19710400" y="13144500"/>
            <a:ext cx="177800" cy="152400"/>
          </a:xfrm>
          <a:prstGeom prst="triangle">
            <a:avLst/>
          </a:prstGeom>
          <a:solidFill>
            <a:srgbClr val="A0AEC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5" name="Master_BottomPattern_T2_23">
            <a:extLst>
              <a:ext uri="{FF2B5EF4-FFF2-40B4-BE49-F238E27FC236}">
                <a16:creationId xmlns:a16="http://schemas.microsoft.com/office/drawing/2014/main" id="{274B7B8F-511D-80F0-5CD4-B59A2F3A0505}"/>
              </a:ext>
            </a:extLst>
          </p:cNvPr>
          <p:cNvSpPr/>
          <p:nvPr userDrawn="1"/>
        </p:nvSpPr>
        <p:spPr>
          <a:xfrm rot="10800000">
            <a:off x="19964400" y="13144500"/>
            <a:ext cx="177800" cy="152400"/>
          </a:xfrm>
          <a:prstGeom prst="triangle">
            <a:avLst/>
          </a:prstGeom>
          <a:solidFill>
            <a:srgbClr val="CDA0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6" name="Master_BottomPattern_T1_24">
            <a:extLst>
              <a:ext uri="{FF2B5EF4-FFF2-40B4-BE49-F238E27FC236}">
                <a16:creationId xmlns:a16="http://schemas.microsoft.com/office/drawing/2014/main" id="{A9AB070C-933A-9046-495B-5896101D9A4F}"/>
              </a:ext>
            </a:extLst>
          </p:cNvPr>
          <p:cNvSpPr/>
          <p:nvPr userDrawn="1"/>
        </p:nvSpPr>
        <p:spPr>
          <a:xfrm>
            <a:off x="20523200" y="13144500"/>
            <a:ext cx="177800" cy="152400"/>
          </a:xfrm>
          <a:prstGeom prst="triangle">
            <a:avLst/>
          </a:prstGeom>
          <a:solidFill>
            <a:srgbClr val="CDA0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7" name="Master_BottomPattern_T2_24">
            <a:extLst>
              <a:ext uri="{FF2B5EF4-FFF2-40B4-BE49-F238E27FC236}">
                <a16:creationId xmlns:a16="http://schemas.microsoft.com/office/drawing/2014/main" id="{E5F44E15-8A9E-5A74-75F4-19E1117A773C}"/>
              </a:ext>
            </a:extLst>
          </p:cNvPr>
          <p:cNvSpPr/>
          <p:nvPr userDrawn="1"/>
        </p:nvSpPr>
        <p:spPr>
          <a:xfrm rot="10800000">
            <a:off x="20777200" y="13144500"/>
            <a:ext cx="177800" cy="152400"/>
          </a:xfrm>
          <a:prstGeom prst="triangle">
            <a:avLst/>
          </a:prstGeom>
          <a:solidFill>
            <a:srgbClr val="A0AEC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8" name="Master_BottomPattern_T1_25">
            <a:extLst>
              <a:ext uri="{FF2B5EF4-FFF2-40B4-BE49-F238E27FC236}">
                <a16:creationId xmlns:a16="http://schemas.microsoft.com/office/drawing/2014/main" id="{7457FE85-7D34-C88B-0676-5166923BF8F8}"/>
              </a:ext>
            </a:extLst>
          </p:cNvPr>
          <p:cNvSpPr/>
          <p:nvPr userDrawn="1"/>
        </p:nvSpPr>
        <p:spPr>
          <a:xfrm>
            <a:off x="21336000" y="13144500"/>
            <a:ext cx="177800" cy="152400"/>
          </a:xfrm>
          <a:prstGeom prst="triangle">
            <a:avLst/>
          </a:prstGeom>
          <a:solidFill>
            <a:srgbClr val="A0AEC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9" name="Master_BottomPattern_T2_25">
            <a:extLst>
              <a:ext uri="{FF2B5EF4-FFF2-40B4-BE49-F238E27FC236}">
                <a16:creationId xmlns:a16="http://schemas.microsoft.com/office/drawing/2014/main" id="{2B71A84E-1DAD-566C-893A-2DD7BE2978C4}"/>
              </a:ext>
            </a:extLst>
          </p:cNvPr>
          <p:cNvSpPr/>
          <p:nvPr userDrawn="1"/>
        </p:nvSpPr>
        <p:spPr>
          <a:xfrm rot="10800000">
            <a:off x="21590000" y="13144500"/>
            <a:ext cx="177800" cy="152400"/>
          </a:xfrm>
          <a:prstGeom prst="triangle">
            <a:avLst/>
          </a:prstGeom>
          <a:solidFill>
            <a:srgbClr val="CDA0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0" name="Master_BottomPattern_T1_26">
            <a:extLst>
              <a:ext uri="{FF2B5EF4-FFF2-40B4-BE49-F238E27FC236}">
                <a16:creationId xmlns:a16="http://schemas.microsoft.com/office/drawing/2014/main" id="{9B628268-DBCE-6EDE-7F9D-4BA5668A51E1}"/>
              </a:ext>
            </a:extLst>
          </p:cNvPr>
          <p:cNvSpPr/>
          <p:nvPr userDrawn="1"/>
        </p:nvSpPr>
        <p:spPr>
          <a:xfrm>
            <a:off x="22148800" y="13144500"/>
            <a:ext cx="177800" cy="152400"/>
          </a:xfrm>
          <a:prstGeom prst="triangle">
            <a:avLst/>
          </a:prstGeom>
          <a:solidFill>
            <a:srgbClr val="CDA0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1" name="Master_BottomPattern_T2_26">
            <a:extLst>
              <a:ext uri="{FF2B5EF4-FFF2-40B4-BE49-F238E27FC236}">
                <a16:creationId xmlns:a16="http://schemas.microsoft.com/office/drawing/2014/main" id="{FDDE079E-9287-BC7A-E4B9-D1F8D7FCFA62}"/>
              </a:ext>
            </a:extLst>
          </p:cNvPr>
          <p:cNvSpPr/>
          <p:nvPr userDrawn="1"/>
        </p:nvSpPr>
        <p:spPr>
          <a:xfrm rot="10800000">
            <a:off x="22402800" y="13144500"/>
            <a:ext cx="177800" cy="152400"/>
          </a:xfrm>
          <a:prstGeom prst="triangle">
            <a:avLst/>
          </a:prstGeom>
          <a:solidFill>
            <a:srgbClr val="A0AEC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2" name="Master_BottomPattern_T1_27">
            <a:extLst>
              <a:ext uri="{FF2B5EF4-FFF2-40B4-BE49-F238E27FC236}">
                <a16:creationId xmlns:a16="http://schemas.microsoft.com/office/drawing/2014/main" id="{A796C780-6FA7-A2A9-4AA3-41DB3D9752DE}"/>
              </a:ext>
            </a:extLst>
          </p:cNvPr>
          <p:cNvSpPr/>
          <p:nvPr userDrawn="1"/>
        </p:nvSpPr>
        <p:spPr>
          <a:xfrm>
            <a:off x="22961600" y="13144500"/>
            <a:ext cx="177800" cy="152400"/>
          </a:xfrm>
          <a:prstGeom prst="triangle">
            <a:avLst/>
          </a:prstGeom>
          <a:solidFill>
            <a:srgbClr val="A0AEC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3" name="Master_BottomPattern_T2_27">
            <a:extLst>
              <a:ext uri="{FF2B5EF4-FFF2-40B4-BE49-F238E27FC236}">
                <a16:creationId xmlns:a16="http://schemas.microsoft.com/office/drawing/2014/main" id="{1175CFD1-C9E7-1006-E4FE-EF648B1B8189}"/>
              </a:ext>
            </a:extLst>
          </p:cNvPr>
          <p:cNvSpPr/>
          <p:nvPr userDrawn="1"/>
        </p:nvSpPr>
        <p:spPr>
          <a:xfrm rot="10800000">
            <a:off x="23215600" y="13144500"/>
            <a:ext cx="177800" cy="152400"/>
          </a:xfrm>
          <a:prstGeom prst="triangle">
            <a:avLst/>
          </a:prstGeom>
          <a:solidFill>
            <a:srgbClr val="CDA0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4" name="Master_02_Logo_Placeholder">
            <a:extLst>
              <a:ext uri="{FF2B5EF4-FFF2-40B4-BE49-F238E27FC236}">
                <a16:creationId xmlns:a16="http://schemas.microsoft.com/office/drawing/2014/main" id="{D1782FE5-09E6-0685-E64B-32CB5CABD8B5}"/>
              </a:ext>
            </a:extLst>
          </p:cNvPr>
          <p:cNvSpPr/>
          <p:nvPr userDrawn="1"/>
        </p:nvSpPr>
        <p:spPr>
          <a:xfrm>
            <a:off x="1270000" y="952500"/>
            <a:ext cx="3683000" cy="711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solidFill>
                  <a:srgbClr val="0F2C59"/>
                </a:solidFill>
                <a:latin typeface="Noto Sans Arabic" pitchFamily="2" charset="-78"/>
                <a:cs typeface="Noto Sans Arabic" pitchFamily="2" charset="-78"/>
              </a:rPr>
              <a:t>Company Logo</a:t>
            </a:r>
          </a:p>
          <a:p>
            <a:pPr algn="ctr"/>
            <a:r>
              <a:rPr lang="ar-EG" sz="1300" b="1" dirty="0">
                <a:solidFill>
                  <a:srgbClr val="0F2C59"/>
                </a:solidFill>
                <a:latin typeface="Noto Sans Arabic" pitchFamily="2" charset="-78"/>
                <a:cs typeface="Noto Sans Arabic" pitchFamily="2" charset="-78"/>
              </a:rPr>
              <a:t>شعار الشركة</a:t>
            </a:r>
            <a:endParaRPr lang="en-US" sz="1300" b="1" dirty="0">
              <a:solidFill>
                <a:srgbClr val="0F2C59"/>
              </a:solidFill>
              <a:latin typeface="Noto Sans Arabic" pitchFamily="2" charset="-78"/>
              <a:cs typeface="Noto Sans Arabic" pitchFamily="2" charset="-78"/>
            </a:endParaRPr>
          </a:p>
        </p:txBody>
      </p:sp>
      <p:sp>
        <p:nvSpPr>
          <p:cNvPr id="345" name="Master_03_Footer_Attribution">
            <a:extLst>
              <a:ext uri="{FF2B5EF4-FFF2-40B4-BE49-F238E27FC236}">
                <a16:creationId xmlns:a16="http://schemas.microsoft.com/office/drawing/2014/main" id="{981EE493-8D85-3ADF-BCE2-51CB010163F7}"/>
              </a:ext>
            </a:extLst>
          </p:cNvPr>
          <p:cNvSpPr txBox="1"/>
          <p:nvPr userDrawn="1"/>
        </p:nvSpPr>
        <p:spPr>
          <a:xfrm>
            <a:off x="6350000" y="12509500"/>
            <a:ext cx="16764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300" dirty="0">
                <a:solidFill>
                  <a:srgbClr val="A0AEC0"/>
                </a:solidFill>
                <a:latin typeface="Noto Sans" panose="020B0502040504020204" pitchFamily="34" charset="0"/>
              </a:rPr>
              <a:t>Haytham Gamal Open Source Cybersecurity Awareness Campaign | Licensed under CC BY 4.0</a:t>
            </a:r>
          </a:p>
        </p:txBody>
      </p:sp>
    </p:spTree>
    <p:extLst>
      <p:ext uri="{BB962C8B-B14F-4D97-AF65-F5344CB8AC3E}">
        <p14:creationId xmlns:p14="http://schemas.microsoft.com/office/powerpoint/2010/main" val="3787182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_Hero_Image_1">
            <a:extLst>
              <a:ext uri="{FF2B5EF4-FFF2-40B4-BE49-F238E27FC236}">
                <a16:creationId xmlns:a16="http://schemas.microsoft.com/office/drawing/2014/main" id="{95BA752B-D41E-0DE3-EBE2-84E0A8F96297}"/>
              </a:ext>
            </a:extLst>
          </p:cNvPr>
          <p:cNvPicPr>
            <a:picLocks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0" y="3048000"/>
            <a:ext cx="7366000" cy="7366000"/>
          </a:xfrm>
          <a:prstGeom prst="rect">
            <a:avLst/>
          </a:prstGeom>
          <a:solidFill>
            <a:schemeClr val="accent1">
              <a:alpha val="0"/>
            </a:schemeClr>
          </a:solidFill>
        </p:spPr>
      </p:pic>
      <p:sp>
        <p:nvSpPr>
          <p:cNvPr id="4" name="Slide_Arabic_Headline">
            <a:extLst>
              <a:ext uri="{FF2B5EF4-FFF2-40B4-BE49-F238E27FC236}">
                <a16:creationId xmlns:a16="http://schemas.microsoft.com/office/drawing/2014/main" id="{D76A2BBD-3DB5-9986-56A6-F491219BA7F1}"/>
              </a:ext>
            </a:extLst>
          </p:cNvPr>
          <p:cNvSpPr txBox="1"/>
          <p:nvPr/>
        </p:nvSpPr>
        <p:spPr>
          <a:xfrm>
            <a:off x="10668000" y="3556000"/>
            <a:ext cx="12192000" cy="98488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ar-EG" sz="5800" b="1" dirty="0">
                <a:solidFill>
                  <a:srgbClr val="0F2C59"/>
                </a:solidFill>
                <a:latin typeface="Noto Sans Arabic" pitchFamily="2" charset="-78"/>
                <a:cs typeface="Noto Sans Arabic" pitchFamily="2" charset="-78"/>
              </a:rPr>
              <a:t>الروابط الخفية هي أكبر خطر!</a:t>
            </a:r>
            <a:endParaRPr lang="en-US" sz="5800" b="1" dirty="0">
              <a:solidFill>
                <a:srgbClr val="0F2C59"/>
              </a:solidFill>
              <a:latin typeface="Noto Sans Arabic" pitchFamily="2" charset="-78"/>
              <a:cs typeface="Noto Sans Arabic" pitchFamily="2" charset="-78"/>
            </a:endParaRPr>
          </a:p>
        </p:txBody>
      </p:sp>
      <p:sp>
        <p:nvSpPr>
          <p:cNvPr id="5" name="Slide_Arabic_Body">
            <a:extLst>
              <a:ext uri="{FF2B5EF4-FFF2-40B4-BE49-F238E27FC236}">
                <a16:creationId xmlns:a16="http://schemas.microsoft.com/office/drawing/2014/main" id="{E7180A1A-1616-9D4A-F30F-386AA3710D07}"/>
              </a:ext>
            </a:extLst>
          </p:cNvPr>
          <p:cNvSpPr txBox="1"/>
          <p:nvPr/>
        </p:nvSpPr>
        <p:spPr>
          <a:xfrm>
            <a:off x="10668000" y="4953000"/>
            <a:ext cx="1219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ar-EG" sz="2800" dirty="0">
                <a:solidFill>
                  <a:srgbClr val="334155"/>
                </a:solidFill>
                <a:latin typeface="Noto Sans Arabic" pitchFamily="2" charset="-78"/>
                <a:cs typeface="Noto Sans Arabic" pitchFamily="2" charset="-78"/>
              </a:rPr>
              <a:t>مرر مؤشر الفأرة (الماوس) فوق الرابط لترى حقيقته وتتأكد من وجهته.</a:t>
            </a:r>
            <a:endParaRPr lang="en-US" sz="2800" dirty="0">
              <a:solidFill>
                <a:srgbClr val="334155"/>
              </a:solidFill>
              <a:latin typeface="Noto Sans Arabic" pitchFamily="2" charset="-78"/>
              <a:cs typeface="Noto Sans Arabic" pitchFamily="2" charset="-78"/>
            </a:endParaRPr>
          </a:p>
        </p:txBody>
      </p:sp>
      <p:sp>
        <p:nvSpPr>
          <p:cNvPr id="6" name="Slide_Section_Divider">
            <a:extLst>
              <a:ext uri="{FF2B5EF4-FFF2-40B4-BE49-F238E27FC236}">
                <a16:creationId xmlns:a16="http://schemas.microsoft.com/office/drawing/2014/main" id="{E1495A6D-EF54-61A6-CB41-28186C394682}"/>
              </a:ext>
            </a:extLst>
          </p:cNvPr>
          <p:cNvSpPr/>
          <p:nvPr/>
        </p:nvSpPr>
        <p:spPr>
          <a:xfrm>
            <a:off x="20828000" y="6604000"/>
            <a:ext cx="2032000" cy="50800"/>
          </a:xfrm>
          <a:prstGeom prst="rect">
            <a:avLst/>
          </a:prstGeom>
          <a:solidFill>
            <a:srgbClr val="CDA0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_English_Headline">
            <a:extLst>
              <a:ext uri="{FF2B5EF4-FFF2-40B4-BE49-F238E27FC236}">
                <a16:creationId xmlns:a16="http://schemas.microsoft.com/office/drawing/2014/main" id="{33CC168F-7A3E-67A7-070B-F3D87C793C5B}"/>
              </a:ext>
            </a:extLst>
          </p:cNvPr>
          <p:cNvSpPr txBox="1"/>
          <p:nvPr/>
        </p:nvSpPr>
        <p:spPr>
          <a:xfrm>
            <a:off x="10668000" y="7048500"/>
            <a:ext cx="12192000" cy="80021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4600" b="1" dirty="0">
                <a:solidFill>
                  <a:srgbClr val="0F2C59"/>
                </a:solidFill>
                <a:latin typeface="Noto Sans" panose="020B0502040504020204" pitchFamily="34" charset="0"/>
              </a:rPr>
              <a:t>Hidden Links Can Lead to Disaster!</a:t>
            </a:r>
          </a:p>
        </p:txBody>
      </p:sp>
      <p:sp>
        <p:nvSpPr>
          <p:cNvPr id="8" name="Slide_English_Body">
            <a:extLst>
              <a:ext uri="{FF2B5EF4-FFF2-40B4-BE49-F238E27FC236}">
                <a16:creationId xmlns:a16="http://schemas.microsoft.com/office/drawing/2014/main" id="{F5376D46-CE4B-0000-8142-89A5C97CF843}"/>
              </a:ext>
            </a:extLst>
          </p:cNvPr>
          <p:cNvSpPr txBox="1"/>
          <p:nvPr/>
        </p:nvSpPr>
        <p:spPr>
          <a:xfrm>
            <a:off x="10668000" y="8255000"/>
            <a:ext cx="12192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2400" dirty="0">
                <a:solidFill>
                  <a:srgbClr val="334155"/>
                </a:solidFill>
                <a:latin typeface="Noto Sans" panose="020B0502040504020204" pitchFamily="34" charset="0"/>
              </a:rPr>
              <a:t>Hover over a link to reveal its true destination before clicking.</a:t>
            </a:r>
          </a:p>
        </p:txBody>
      </p:sp>
    </p:spTree>
    <p:extLst>
      <p:ext uri="{BB962C8B-B14F-4D97-AF65-F5344CB8AC3E}">
        <p14:creationId xmlns:p14="http://schemas.microsoft.com/office/powerpoint/2010/main" val="3545934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_Hero_Image_2">
            <a:extLst>
              <a:ext uri="{FF2B5EF4-FFF2-40B4-BE49-F238E27FC236}">
                <a16:creationId xmlns:a16="http://schemas.microsoft.com/office/drawing/2014/main" id="{3785A866-B74E-DF83-4755-1F0058ECA26C}"/>
              </a:ext>
            </a:extLst>
          </p:cNvPr>
          <p:cNvPicPr>
            <a:picLocks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62598" y1="47949" x2="59961" y2="70996"/>
                        <a14:foregroundMark x1="74609" y1="52539" x2="76172" y2="68066"/>
                        <a14:foregroundMark x1="86230" y1="60352" x2="88770" y2="7275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0" y="3048000"/>
            <a:ext cx="7366000" cy="7366000"/>
          </a:xfrm>
          <a:prstGeom prst="rect">
            <a:avLst/>
          </a:prstGeom>
          <a:solidFill>
            <a:schemeClr val="accent1">
              <a:alpha val="0"/>
            </a:schemeClr>
          </a:solidFill>
        </p:spPr>
      </p:pic>
      <p:sp>
        <p:nvSpPr>
          <p:cNvPr id="4" name="Slide_Arabic_Headline">
            <a:extLst>
              <a:ext uri="{FF2B5EF4-FFF2-40B4-BE49-F238E27FC236}">
                <a16:creationId xmlns:a16="http://schemas.microsoft.com/office/drawing/2014/main" id="{7B2DC3F8-749F-D710-3240-7164DFD06819}"/>
              </a:ext>
            </a:extLst>
          </p:cNvPr>
          <p:cNvSpPr txBox="1"/>
          <p:nvPr/>
        </p:nvSpPr>
        <p:spPr>
          <a:xfrm>
            <a:off x="9766300" y="3556000"/>
            <a:ext cx="13093700" cy="187743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/>
            <a:r>
              <a:rPr lang="ar-EG" sz="5800" b="1" dirty="0">
                <a:solidFill>
                  <a:srgbClr val="0F2C59"/>
                </a:solidFill>
                <a:latin typeface="Noto Sans Arabic" pitchFamily="2" charset="-78"/>
                <a:cs typeface="Noto Sans Arabic" pitchFamily="2" charset="-78"/>
              </a:rPr>
              <a:t>اجعل لكل حساب كلمة مرور قوية </a:t>
            </a:r>
            <a:r>
              <a:rPr lang="ar-EG" sz="5800" b="1" spc="300" dirty="0">
                <a:solidFill>
                  <a:srgbClr val="0F2C59"/>
                </a:solidFill>
                <a:latin typeface="Noto Sans Arabic" pitchFamily="2" charset="-78"/>
                <a:cs typeface="Noto Sans Arabic" pitchFamily="2" charset="-78"/>
              </a:rPr>
              <a:t>وفريدة</a:t>
            </a:r>
            <a:r>
              <a:rPr lang="ar-EG" sz="5800" b="1" dirty="0">
                <a:solidFill>
                  <a:srgbClr val="0F2C59"/>
                </a:solidFill>
                <a:latin typeface="Noto Sans Arabic" pitchFamily="2" charset="-78"/>
                <a:cs typeface="Noto Sans Arabic" pitchFamily="2" charset="-78"/>
              </a:rPr>
              <a:t> ومستقلة!</a:t>
            </a:r>
            <a:endParaRPr lang="en-US" sz="5800" b="1" dirty="0">
              <a:solidFill>
                <a:srgbClr val="0F2C59"/>
              </a:solidFill>
              <a:latin typeface="Noto Sans Arabic" pitchFamily="2" charset="-78"/>
              <a:cs typeface="Noto Sans Arabic" pitchFamily="2" charset="-78"/>
            </a:endParaRPr>
          </a:p>
        </p:txBody>
      </p:sp>
      <p:sp>
        <p:nvSpPr>
          <p:cNvPr id="5" name="Slide_Arabic_Body">
            <a:extLst>
              <a:ext uri="{FF2B5EF4-FFF2-40B4-BE49-F238E27FC236}">
                <a16:creationId xmlns:a16="http://schemas.microsoft.com/office/drawing/2014/main" id="{FE79718D-5C16-8FB8-724E-BE003BAF761C}"/>
              </a:ext>
            </a:extLst>
          </p:cNvPr>
          <p:cNvSpPr txBox="1"/>
          <p:nvPr/>
        </p:nvSpPr>
        <p:spPr>
          <a:xfrm>
            <a:off x="10668000" y="5534859"/>
            <a:ext cx="1219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ar-EG" sz="2800" dirty="0">
                <a:solidFill>
                  <a:srgbClr val="334155"/>
                </a:solidFill>
                <a:latin typeface="Noto Sans Arabic" pitchFamily="2" charset="-78"/>
                <a:cs typeface="Noto Sans Arabic" pitchFamily="2" charset="-78"/>
              </a:rPr>
              <a:t>حتى إذا فقدت أحد حساباتك، فلا تدع بقية حساباتك للمخترقين!</a:t>
            </a:r>
          </a:p>
        </p:txBody>
      </p:sp>
      <p:sp>
        <p:nvSpPr>
          <p:cNvPr id="6" name="Slide_Section_Divider">
            <a:extLst>
              <a:ext uri="{FF2B5EF4-FFF2-40B4-BE49-F238E27FC236}">
                <a16:creationId xmlns:a16="http://schemas.microsoft.com/office/drawing/2014/main" id="{45F539FC-AE1A-C4C9-879D-64B113E3D420}"/>
              </a:ext>
            </a:extLst>
          </p:cNvPr>
          <p:cNvSpPr/>
          <p:nvPr/>
        </p:nvSpPr>
        <p:spPr>
          <a:xfrm>
            <a:off x="20828000" y="6604000"/>
            <a:ext cx="2032000" cy="50800"/>
          </a:xfrm>
          <a:prstGeom prst="rect">
            <a:avLst/>
          </a:prstGeom>
          <a:solidFill>
            <a:srgbClr val="CDA0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_English_Headline">
            <a:extLst>
              <a:ext uri="{FF2B5EF4-FFF2-40B4-BE49-F238E27FC236}">
                <a16:creationId xmlns:a16="http://schemas.microsoft.com/office/drawing/2014/main" id="{2961A989-1C99-0E54-8138-49016C9401F5}"/>
              </a:ext>
            </a:extLst>
          </p:cNvPr>
          <p:cNvSpPr txBox="1"/>
          <p:nvPr/>
        </p:nvSpPr>
        <p:spPr>
          <a:xfrm>
            <a:off x="10845800" y="7048500"/>
            <a:ext cx="12014200" cy="150810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4600" b="1" dirty="0">
                <a:solidFill>
                  <a:srgbClr val="0F2C59"/>
                </a:solidFill>
                <a:latin typeface="Noto Sans" panose="020B0502040504020204" pitchFamily="34" charset="0"/>
              </a:rPr>
              <a:t>Assign A Unique, Independent Password To Every Account. </a:t>
            </a:r>
          </a:p>
        </p:txBody>
      </p:sp>
      <p:sp>
        <p:nvSpPr>
          <p:cNvPr id="8" name="Slide_English_Body">
            <a:extLst>
              <a:ext uri="{FF2B5EF4-FFF2-40B4-BE49-F238E27FC236}">
                <a16:creationId xmlns:a16="http://schemas.microsoft.com/office/drawing/2014/main" id="{BA3AF33E-D467-43D1-7251-CE9F69CB17C6}"/>
              </a:ext>
            </a:extLst>
          </p:cNvPr>
          <p:cNvSpPr txBox="1"/>
          <p:nvPr/>
        </p:nvSpPr>
        <p:spPr>
          <a:xfrm>
            <a:off x="13779500" y="8719472"/>
            <a:ext cx="90805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400" dirty="0">
                <a:solidFill>
                  <a:srgbClr val="334155"/>
                </a:solidFill>
                <a:latin typeface="Noto Sans" panose="020B0502040504020204" pitchFamily="34" charset="0"/>
              </a:rPr>
              <a:t>Don't let other accounts fall, if one fortress falls. </a:t>
            </a:r>
          </a:p>
        </p:txBody>
      </p:sp>
    </p:spTree>
    <p:extLst>
      <p:ext uri="{BB962C8B-B14F-4D97-AF65-F5344CB8AC3E}">
        <p14:creationId xmlns:p14="http://schemas.microsoft.com/office/powerpoint/2010/main" val="2676500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_Hero_Image_3">
            <a:extLst>
              <a:ext uri="{FF2B5EF4-FFF2-40B4-BE49-F238E27FC236}">
                <a16:creationId xmlns:a16="http://schemas.microsoft.com/office/drawing/2014/main" id="{B5DD53BB-93DF-4430-C01C-862CB8F9D68F}"/>
              </a:ext>
            </a:extLst>
          </p:cNvPr>
          <p:cNvPicPr>
            <a:picLocks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backgroundMark x1="71582" y1="83203" x2="67383" y2="8291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0" y="3048000"/>
            <a:ext cx="7366000" cy="7366000"/>
          </a:xfrm>
          <a:prstGeom prst="rect">
            <a:avLst/>
          </a:prstGeom>
          <a:solidFill>
            <a:schemeClr val="accent1">
              <a:alpha val="0"/>
            </a:schemeClr>
          </a:solidFill>
        </p:spPr>
      </p:pic>
      <p:sp>
        <p:nvSpPr>
          <p:cNvPr id="4" name="Slide_Arabic_Headline">
            <a:extLst>
              <a:ext uri="{FF2B5EF4-FFF2-40B4-BE49-F238E27FC236}">
                <a16:creationId xmlns:a16="http://schemas.microsoft.com/office/drawing/2014/main" id="{0A2FEEF9-6314-69B5-699C-8395054EE2E8}"/>
              </a:ext>
            </a:extLst>
          </p:cNvPr>
          <p:cNvSpPr txBox="1"/>
          <p:nvPr/>
        </p:nvSpPr>
        <p:spPr>
          <a:xfrm>
            <a:off x="10668000" y="3556000"/>
            <a:ext cx="12192000" cy="98488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ar-EG" sz="5800" b="1">
                <a:solidFill>
                  <a:srgbClr val="0F2C59"/>
                </a:solidFill>
                <a:latin typeface="Noto Sans Arabic" pitchFamily="2" charset="-78"/>
                <a:cs typeface="Noto Sans Arabic" pitchFamily="2" charset="-78"/>
              </a:rPr>
              <a:t>المصادقة الثنائية تحمي حسابك!</a:t>
            </a:r>
            <a:endParaRPr lang="en-US" sz="5800" b="1">
              <a:solidFill>
                <a:srgbClr val="0F2C59"/>
              </a:solidFill>
              <a:latin typeface="Noto Sans Arabic" pitchFamily="2" charset="-78"/>
              <a:cs typeface="Noto Sans Arabic" pitchFamily="2" charset="-78"/>
            </a:endParaRPr>
          </a:p>
        </p:txBody>
      </p:sp>
      <p:sp>
        <p:nvSpPr>
          <p:cNvPr id="5" name="Slide_Arabic_Body">
            <a:extLst>
              <a:ext uri="{FF2B5EF4-FFF2-40B4-BE49-F238E27FC236}">
                <a16:creationId xmlns:a16="http://schemas.microsoft.com/office/drawing/2014/main" id="{324973C5-4586-5C6A-EF58-13558D468848}"/>
              </a:ext>
            </a:extLst>
          </p:cNvPr>
          <p:cNvSpPr txBox="1"/>
          <p:nvPr/>
        </p:nvSpPr>
        <p:spPr>
          <a:xfrm>
            <a:off x="10668000" y="4953000"/>
            <a:ext cx="1219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ar-EG" sz="2800">
                <a:solidFill>
                  <a:srgbClr val="334155"/>
                </a:solidFill>
                <a:latin typeface="Noto Sans Arabic" pitchFamily="2" charset="-78"/>
                <a:cs typeface="Noto Sans Arabic" pitchFamily="2" charset="-78"/>
              </a:rPr>
              <a:t>حتى لو سُرقت كلمة مرورك، تظل المصادقة الثنائية جدار صد منيع لهويتك الرقمية.</a:t>
            </a:r>
            <a:endParaRPr lang="en-US" sz="2800">
              <a:solidFill>
                <a:srgbClr val="334155"/>
              </a:solidFill>
              <a:latin typeface="Noto Sans Arabic" pitchFamily="2" charset="-78"/>
              <a:cs typeface="Noto Sans Arabic" pitchFamily="2" charset="-78"/>
            </a:endParaRPr>
          </a:p>
        </p:txBody>
      </p:sp>
      <p:sp>
        <p:nvSpPr>
          <p:cNvPr id="6" name="Slide_Section_Divider">
            <a:extLst>
              <a:ext uri="{FF2B5EF4-FFF2-40B4-BE49-F238E27FC236}">
                <a16:creationId xmlns:a16="http://schemas.microsoft.com/office/drawing/2014/main" id="{A48C0E78-9E4C-A9AA-34A1-069269078E32}"/>
              </a:ext>
            </a:extLst>
          </p:cNvPr>
          <p:cNvSpPr/>
          <p:nvPr/>
        </p:nvSpPr>
        <p:spPr>
          <a:xfrm>
            <a:off x="20828000" y="6604000"/>
            <a:ext cx="2032000" cy="50800"/>
          </a:xfrm>
          <a:prstGeom prst="rect">
            <a:avLst/>
          </a:prstGeom>
          <a:solidFill>
            <a:srgbClr val="CDA0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_English_Headline">
            <a:extLst>
              <a:ext uri="{FF2B5EF4-FFF2-40B4-BE49-F238E27FC236}">
                <a16:creationId xmlns:a16="http://schemas.microsoft.com/office/drawing/2014/main" id="{1D778E74-57DF-AE0B-8DAF-AD2D5621A281}"/>
              </a:ext>
            </a:extLst>
          </p:cNvPr>
          <p:cNvSpPr txBox="1"/>
          <p:nvPr/>
        </p:nvSpPr>
        <p:spPr>
          <a:xfrm>
            <a:off x="10668000" y="7048500"/>
            <a:ext cx="12192000" cy="80021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4600" b="1">
                <a:solidFill>
                  <a:srgbClr val="0F2C59"/>
                </a:solidFill>
                <a:latin typeface="Noto Sans" panose="020B0502040504020204" pitchFamily="34" charset="0"/>
              </a:rPr>
              <a:t>2FA Protects Your Account!</a:t>
            </a:r>
          </a:p>
        </p:txBody>
      </p:sp>
      <p:sp>
        <p:nvSpPr>
          <p:cNvPr id="8" name="Slide_English_Body">
            <a:extLst>
              <a:ext uri="{FF2B5EF4-FFF2-40B4-BE49-F238E27FC236}">
                <a16:creationId xmlns:a16="http://schemas.microsoft.com/office/drawing/2014/main" id="{F6C73F59-2868-4F5E-2B45-0A5B7A3B6275}"/>
              </a:ext>
            </a:extLst>
          </p:cNvPr>
          <p:cNvSpPr txBox="1"/>
          <p:nvPr/>
        </p:nvSpPr>
        <p:spPr>
          <a:xfrm>
            <a:off x="10668000" y="8255000"/>
            <a:ext cx="121920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2400">
                <a:solidFill>
                  <a:srgbClr val="334155"/>
                </a:solidFill>
                <a:latin typeface="Noto Sans" panose="020B0502040504020204" pitchFamily="34" charset="0"/>
              </a:rPr>
              <a:t>Even if your password is stolen, 2FA stands as an impenetrable wall protecting your account.</a:t>
            </a:r>
          </a:p>
        </p:txBody>
      </p:sp>
    </p:spTree>
    <p:extLst>
      <p:ext uri="{BB962C8B-B14F-4D97-AF65-F5344CB8AC3E}">
        <p14:creationId xmlns:p14="http://schemas.microsoft.com/office/powerpoint/2010/main" val="40177157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_Hero_Image_4">
            <a:extLst>
              <a:ext uri="{FF2B5EF4-FFF2-40B4-BE49-F238E27FC236}">
                <a16:creationId xmlns:a16="http://schemas.microsoft.com/office/drawing/2014/main" id="{9D31D430-202A-1F56-007F-75FAB39D4089}"/>
              </a:ext>
            </a:extLst>
          </p:cNvPr>
          <p:cNvPicPr>
            <a:picLocks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0" y="3048000"/>
            <a:ext cx="7366000" cy="7366000"/>
          </a:xfrm>
          <a:prstGeom prst="rect">
            <a:avLst/>
          </a:prstGeom>
          <a:solidFill>
            <a:schemeClr val="accent1">
              <a:alpha val="0"/>
            </a:schemeClr>
          </a:solidFill>
        </p:spPr>
      </p:pic>
      <p:sp>
        <p:nvSpPr>
          <p:cNvPr id="4" name="Slide_Arabic_Headline">
            <a:extLst>
              <a:ext uri="{FF2B5EF4-FFF2-40B4-BE49-F238E27FC236}">
                <a16:creationId xmlns:a16="http://schemas.microsoft.com/office/drawing/2014/main" id="{FC00F9F5-F50F-3B33-10F6-89FCCEF6AEA0}"/>
              </a:ext>
            </a:extLst>
          </p:cNvPr>
          <p:cNvSpPr txBox="1"/>
          <p:nvPr/>
        </p:nvSpPr>
        <p:spPr>
          <a:xfrm>
            <a:off x="10668000" y="3556000"/>
            <a:ext cx="12192000" cy="98488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ar-EG" sz="5800" b="1" dirty="0">
                <a:solidFill>
                  <a:srgbClr val="0F2C59"/>
                </a:solidFill>
                <a:latin typeface="Noto Sans Arabic" pitchFamily="2" charset="-78"/>
                <a:cs typeface="Noto Sans Arabic" pitchFamily="2" charset="-78"/>
              </a:rPr>
              <a:t>التحديثات تغلق الأبواب </a:t>
            </a:r>
            <a:r>
              <a:rPr lang="ar-EG" sz="5800" b="1" spc="300" dirty="0">
                <a:solidFill>
                  <a:srgbClr val="0F2C59"/>
                </a:solidFill>
                <a:latin typeface="Noto Sans Arabic" pitchFamily="2" charset="-78"/>
                <a:cs typeface="Noto Sans Arabic" pitchFamily="2" charset="-78"/>
              </a:rPr>
              <a:t>السرية</a:t>
            </a:r>
            <a:r>
              <a:rPr lang="ar-EG" sz="5800" b="1" dirty="0">
                <a:solidFill>
                  <a:srgbClr val="0F2C59"/>
                </a:solidFill>
                <a:latin typeface="Noto Sans Arabic" pitchFamily="2" charset="-78"/>
                <a:cs typeface="Noto Sans Arabic" pitchFamily="2" charset="-78"/>
              </a:rPr>
              <a:t>!</a:t>
            </a:r>
            <a:endParaRPr lang="en-US" sz="5800" b="1" dirty="0">
              <a:solidFill>
                <a:srgbClr val="0F2C59"/>
              </a:solidFill>
              <a:latin typeface="Noto Sans Arabic" pitchFamily="2" charset="-78"/>
              <a:cs typeface="Noto Sans Arabic" pitchFamily="2" charset="-78"/>
            </a:endParaRPr>
          </a:p>
        </p:txBody>
      </p:sp>
      <p:sp>
        <p:nvSpPr>
          <p:cNvPr id="5" name="Slide_Arabic_Body">
            <a:extLst>
              <a:ext uri="{FF2B5EF4-FFF2-40B4-BE49-F238E27FC236}">
                <a16:creationId xmlns:a16="http://schemas.microsoft.com/office/drawing/2014/main" id="{5393970D-F693-3D51-7DC7-C8CD07735977}"/>
              </a:ext>
            </a:extLst>
          </p:cNvPr>
          <p:cNvSpPr txBox="1"/>
          <p:nvPr/>
        </p:nvSpPr>
        <p:spPr>
          <a:xfrm>
            <a:off x="10668000" y="4953000"/>
            <a:ext cx="1219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ar-EG" sz="2800">
                <a:solidFill>
                  <a:srgbClr val="334155"/>
                </a:solidFill>
                <a:latin typeface="Noto Sans Arabic" pitchFamily="2" charset="-78"/>
                <a:cs typeface="Noto Sans Arabic" pitchFamily="2" charset="-78"/>
              </a:rPr>
              <a:t>التحديثات لا تقدم ميزات جديدة فحسب، بل تغلق أبواباً وثغرات يتربص بها المخترقون.</a:t>
            </a:r>
            <a:endParaRPr lang="en-US" sz="2800">
              <a:solidFill>
                <a:srgbClr val="334155"/>
              </a:solidFill>
              <a:latin typeface="Noto Sans Arabic" pitchFamily="2" charset="-78"/>
              <a:cs typeface="Noto Sans Arabic" pitchFamily="2" charset="-78"/>
            </a:endParaRPr>
          </a:p>
        </p:txBody>
      </p:sp>
      <p:sp>
        <p:nvSpPr>
          <p:cNvPr id="6" name="Slide_Section_Divider">
            <a:extLst>
              <a:ext uri="{FF2B5EF4-FFF2-40B4-BE49-F238E27FC236}">
                <a16:creationId xmlns:a16="http://schemas.microsoft.com/office/drawing/2014/main" id="{78BD3E33-B370-84C8-5520-DB9FB81E09B4}"/>
              </a:ext>
            </a:extLst>
          </p:cNvPr>
          <p:cNvSpPr/>
          <p:nvPr/>
        </p:nvSpPr>
        <p:spPr>
          <a:xfrm>
            <a:off x="20828000" y="6604000"/>
            <a:ext cx="2032000" cy="50800"/>
          </a:xfrm>
          <a:prstGeom prst="rect">
            <a:avLst/>
          </a:prstGeom>
          <a:solidFill>
            <a:srgbClr val="CDA0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_English_Headline">
            <a:extLst>
              <a:ext uri="{FF2B5EF4-FFF2-40B4-BE49-F238E27FC236}">
                <a16:creationId xmlns:a16="http://schemas.microsoft.com/office/drawing/2014/main" id="{64205129-D222-91C8-A84B-39A4B95661B3}"/>
              </a:ext>
            </a:extLst>
          </p:cNvPr>
          <p:cNvSpPr txBox="1"/>
          <p:nvPr/>
        </p:nvSpPr>
        <p:spPr>
          <a:xfrm>
            <a:off x="10668000" y="7048500"/>
            <a:ext cx="12192000" cy="80021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4600" b="1">
                <a:solidFill>
                  <a:srgbClr val="0F2C59"/>
                </a:solidFill>
                <a:latin typeface="Noto Sans" panose="020B0502040504020204" pitchFamily="34" charset="0"/>
              </a:rPr>
              <a:t>Updates Close Secret Backdoors!</a:t>
            </a:r>
          </a:p>
        </p:txBody>
      </p:sp>
      <p:sp>
        <p:nvSpPr>
          <p:cNvPr id="8" name="Slide_English_Body">
            <a:extLst>
              <a:ext uri="{FF2B5EF4-FFF2-40B4-BE49-F238E27FC236}">
                <a16:creationId xmlns:a16="http://schemas.microsoft.com/office/drawing/2014/main" id="{F47FA82C-365C-1632-0EE1-26745F5DDD1A}"/>
              </a:ext>
            </a:extLst>
          </p:cNvPr>
          <p:cNvSpPr txBox="1"/>
          <p:nvPr/>
        </p:nvSpPr>
        <p:spPr>
          <a:xfrm>
            <a:off x="10668000" y="8255000"/>
            <a:ext cx="121920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2400">
                <a:solidFill>
                  <a:srgbClr val="334155"/>
                </a:solidFill>
                <a:latin typeface="Noto Sans" panose="020B0502040504020204" pitchFamily="34" charset="0"/>
              </a:rPr>
              <a:t>Updates do more than add new features; they close secret backdoors that hackers plan to use.</a:t>
            </a:r>
          </a:p>
        </p:txBody>
      </p:sp>
    </p:spTree>
    <p:extLst>
      <p:ext uri="{BB962C8B-B14F-4D97-AF65-F5344CB8AC3E}">
        <p14:creationId xmlns:p14="http://schemas.microsoft.com/office/powerpoint/2010/main" val="1543213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166</Words>
  <Application>Microsoft Office PowerPoint</Application>
  <PresentationFormat>Custom</PresentationFormat>
  <Paragraphs>16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Noto Sans</vt:lpstr>
      <vt:lpstr>Noto Sans Arabic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haitham013112</dc:creator>
  <cp:lastModifiedBy>haitham013112</cp:lastModifiedBy>
  <cp:revision>2</cp:revision>
  <dcterms:created xsi:type="dcterms:W3CDTF">2026-09-28T04:48:08Z</dcterms:created>
  <dcterms:modified xsi:type="dcterms:W3CDTF">2026-09-28T04:58:42Z</dcterms:modified>
</cp:coreProperties>
</file>